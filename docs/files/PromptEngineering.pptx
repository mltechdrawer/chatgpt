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313" r:id="rId2"/>
    <p:sldId id="308" r:id="rId3"/>
    <p:sldId id="309" r:id="rId4"/>
    <p:sldId id="314" r:id="rId5"/>
    <p:sldId id="310" r:id="rId6"/>
    <p:sldId id="311" r:id="rId7"/>
    <p:sldId id="264" r:id="rId8"/>
    <p:sldId id="265" r:id="rId9"/>
    <p:sldId id="266" r:id="rId10"/>
    <p:sldId id="268" r:id="rId11"/>
    <p:sldId id="267" r:id="rId12"/>
    <p:sldId id="273" r:id="rId13"/>
    <p:sldId id="274" r:id="rId14"/>
    <p:sldId id="281" r:id="rId15"/>
    <p:sldId id="275" r:id="rId16"/>
    <p:sldId id="276" r:id="rId17"/>
    <p:sldId id="277" r:id="rId18"/>
    <p:sldId id="278" r:id="rId19"/>
    <p:sldId id="279" r:id="rId20"/>
    <p:sldId id="280" r:id="rId21"/>
    <p:sldId id="269" r:id="rId22"/>
    <p:sldId id="282" r:id="rId23"/>
    <p:sldId id="270" r:id="rId24"/>
    <p:sldId id="286" r:id="rId25"/>
    <p:sldId id="28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247" autoAdjust="0"/>
  </p:normalViewPr>
  <p:slideViewPr>
    <p:cSldViewPr snapToGrid="0">
      <p:cViewPr varScale="1">
        <p:scale>
          <a:sx n="80" d="100"/>
          <a:sy n="80" d="100"/>
        </p:scale>
        <p:origin x="34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D7FBE4-E6B3-4A9B-8AA1-36BACA565153}" type="datetimeFigureOut">
              <a:rPr lang="en-GB" smtClean="0"/>
              <a:t>12/01/2026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284E7D-8FFB-4655-B73B-A6ADA7890066}" type="slidenum">
              <a:rPr lang="en-GB" smtClean="0"/>
              <a:t>‹#›</a:t>
            </a:fld>
            <a:endParaRPr lang="en-GB"/>
          </a:p>
        </p:txBody>
      </p:sp>
    </p:spTree>
    <p:extLst>
      <p:ext uri="{BB962C8B-B14F-4D97-AF65-F5344CB8AC3E}">
        <p14:creationId xmlns:p14="http://schemas.microsoft.com/office/powerpoint/2010/main" val="650825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Con referencias:</a:t>
            </a:r>
          </a:p>
          <a:p>
            <a:r>
              <a:rPr lang="es-ES" dirty="0"/>
              <a:t>Redacta el siguiente cuento de acuerdo a la estructura que te paso.</a:t>
            </a:r>
          </a:p>
          <a:p>
            <a:endParaRPr lang="en-GB" dirty="0"/>
          </a:p>
        </p:txBody>
      </p:sp>
      <p:sp>
        <p:nvSpPr>
          <p:cNvPr id="4" name="Slide Number Placeholder 3"/>
          <p:cNvSpPr>
            <a:spLocks noGrp="1"/>
          </p:cNvSpPr>
          <p:nvPr>
            <p:ph type="sldNum" sz="quarter" idx="5"/>
          </p:nvPr>
        </p:nvSpPr>
        <p:spPr/>
        <p:txBody>
          <a:bodyPr/>
          <a:lstStyle/>
          <a:p>
            <a:fld id="{4D284E7D-8FFB-4655-B73B-A6ADA7890066}" type="slidenum">
              <a:rPr lang="en-GB" smtClean="0"/>
              <a:t>1</a:t>
            </a:fld>
            <a:endParaRPr lang="en-GB"/>
          </a:p>
        </p:txBody>
      </p:sp>
    </p:spTree>
    <p:extLst>
      <p:ext uri="{BB962C8B-B14F-4D97-AF65-F5344CB8AC3E}">
        <p14:creationId xmlns:p14="http://schemas.microsoft.com/office/powerpoint/2010/main" val="1269647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Se utiliza en problemas complejos que pueden tener múltiples soluciones.</a:t>
            </a:r>
          </a:p>
          <a:p>
            <a:r>
              <a:rPr lang="es-ES" dirty="0"/>
              <a:t>Es una estrategia avanzada que probablemente no aprovechará bien este tipo de herramientas. </a:t>
            </a:r>
          </a:p>
          <a:p>
            <a:endParaRPr lang="en-GB" dirty="0"/>
          </a:p>
        </p:txBody>
      </p:sp>
      <p:sp>
        <p:nvSpPr>
          <p:cNvPr id="4" name="Slide Number Placeholder 3"/>
          <p:cNvSpPr>
            <a:spLocks noGrp="1"/>
          </p:cNvSpPr>
          <p:nvPr>
            <p:ph type="sldNum" sz="quarter" idx="5"/>
          </p:nvPr>
        </p:nvSpPr>
        <p:spPr/>
        <p:txBody>
          <a:bodyPr/>
          <a:lstStyle/>
          <a:p>
            <a:fld id="{4D284E7D-8FFB-4655-B73B-A6ADA7890066}" type="slidenum">
              <a:rPr lang="en-GB" smtClean="0"/>
              <a:t>2</a:t>
            </a:fld>
            <a:endParaRPr lang="en-GB"/>
          </a:p>
        </p:txBody>
      </p:sp>
    </p:spTree>
    <p:extLst>
      <p:ext uri="{BB962C8B-B14F-4D97-AF65-F5344CB8AC3E}">
        <p14:creationId xmlns:p14="http://schemas.microsoft.com/office/powerpoint/2010/main" val="986206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284E7D-8FFB-4655-B73B-A6ADA7890066}" type="slidenum">
              <a:rPr lang="en-GB" smtClean="0"/>
              <a:t>3</a:t>
            </a:fld>
            <a:endParaRPr lang="en-GB"/>
          </a:p>
        </p:txBody>
      </p:sp>
    </p:spTree>
    <p:extLst>
      <p:ext uri="{BB962C8B-B14F-4D97-AF65-F5344CB8AC3E}">
        <p14:creationId xmlns:p14="http://schemas.microsoft.com/office/powerpoint/2010/main" val="22138119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284E7D-8FFB-4655-B73B-A6ADA7890066}" type="slidenum">
              <a:rPr lang="en-GB" smtClean="0"/>
              <a:t>4</a:t>
            </a:fld>
            <a:endParaRPr lang="en-GB"/>
          </a:p>
        </p:txBody>
      </p:sp>
    </p:spTree>
    <p:extLst>
      <p:ext uri="{BB962C8B-B14F-4D97-AF65-F5344CB8AC3E}">
        <p14:creationId xmlns:p14="http://schemas.microsoft.com/office/powerpoint/2010/main" val="3880902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284E7D-8FFB-4655-B73B-A6ADA7890066}" type="slidenum">
              <a:rPr lang="en-GB" smtClean="0"/>
              <a:t>5</a:t>
            </a:fld>
            <a:endParaRPr lang="en-GB"/>
          </a:p>
        </p:txBody>
      </p:sp>
    </p:spTree>
    <p:extLst>
      <p:ext uri="{BB962C8B-B14F-4D97-AF65-F5344CB8AC3E}">
        <p14:creationId xmlns:p14="http://schemas.microsoft.com/office/powerpoint/2010/main" val="1668456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EJEMPLO: Se me han quedado las llaves en casa y le doy instrucciones a mi hermana para que las busque y me </a:t>
            </a:r>
            <a:r>
              <a:rPr lang="es-ES"/>
              <a:t>las traiga.</a:t>
            </a:r>
            <a:endParaRPr lang="en-GB" dirty="0"/>
          </a:p>
        </p:txBody>
      </p:sp>
      <p:sp>
        <p:nvSpPr>
          <p:cNvPr id="4" name="Slide Number Placeholder 3"/>
          <p:cNvSpPr>
            <a:spLocks noGrp="1"/>
          </p:cNvSpPr>
          <p:nvPr>
            <p:ph type="sldNum" sz="quarter" idx="5"/>
          </p:nvPr>
        </p:nvSpPr>
        <p:spPr/>
        <p:txBody>
          <a:bodyPr/>
          <a:lstStyle/>
          <a:p>
            <a:fld id="{4D284E7D-8FFB-4655-B73B-A6ADA7890066}" type="slidenum">
              <a:rPr lang="en-GB" smtClean="0"/>
              <a:t>6</a:t>
            </a:fld>
            <a:endParaRPr lang="en-GB"/>
          </a:p>
        </p:txBody>
      </p:sp>
    </p:spTree>
    <p:extLst>
      <p:ext uri="{BB962C8B-B14F-4D97-AF65-F5344CB8AC3E}">
        <p14:creationId xmlns:p14="http://schemas.microsoft.com/office/powerpoint/2010/main" val="2449091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Instrucciones personalizadas</a:t>
            </a:r>
            <a:endParaRPr lang="en-GB" dirty="0"/>
          </a:p>
        </p:txBody>
      </p:sp>
      <p:sp>
        <p:nvSpPr>
          <p:cNvPr id="4" name="Slide Number Placeholder 3"/>
          <p:cNvSpPr>
            <a:spLocks noGrp="1"/>
          </p:cNvSpPr>
          <p:nvPr>
            <p:ph type="sldNum" sz="quarter" idx="5"/>
          </p:nvPr>
        </p:nvSpPr>
        <p:spPr/>
        <p:txBody>
          <a:bodyPr/>
          <a:lstStyle/>
          <a:p>
            <a:fld id="{4D284E7D-8FFB-4655-B73B-A6ADA7890066}" type="slidenum">
              <a:rPr lang="en-GB" smtClean="0"/>
              <a:t>7</a:t>
            </a:fld>
            <a:endParaRPr lang="en-GB"/>
          </a:p>
        </p:txBody>
      </p:sp>
    </p:spTree>
    <p:extLst>
      <p:ext uri="{BB962C8B-B14F-4D97-AF65-F5344CB8AC3E}">
        <p14:creationId xmlns:p14="http://schemas.microsoft.com/office/powerpoint/2010/main" val="20546493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err="1"/>
              <a:t>Thought</a:t>
            </a:r>
            <a:r>
              <a:rPr lang="es-ES" dirty="0"/>
              <a:t> starters  </a:t>
            </a:r>
            <a:r>
              <a:rPr lang="es-ES" dirty="0">
                <a:sym typeface="Wingdings" panose="05000000000000000000" pitchFamily="2" charset="2"/>
              </a:rPr>
              <a:t> ideas para empezar</a:t>
            </a:r>
          </a:p>
          <a:p>
            <a:endParaRPr lang="es-ES" dirty="0"/>
          </a:p>
          <a:p>
            <a:r>
              <a:rPr lang="es-ES" dirty="0"/>
              <a:t>Soy profesora universitaria, en el ámbito de la ingeniería de software. Soy española, la universidad en la que trabajo está en España. Mi área de conocimiento son los lenguajes de programación, bases de datos. Imparto clases de bioinformática en cuarto curso de un grado universitario de ciencia e ingeniería de datos y programación de aplicaciones nativas en cuarto curso de un grado en ingeniería informática.</a:t>
            </a:r>
          </a:p>
          <a:p>
            <a:endParaRPr lang="es-ES" dirty="0"/>
          </a:p>
          <a:p>
            <a:r>
              <a:rPr lang="en-GB" dirty="0"/>
              <a:t>I am a university lecturer in the field of software engineering. I am Spanish, the university where I work is located in Spain. My area of knowledge is programming languages, databases. I teach bioinformatics in the fourth year of a university degree in data science and engineering and native application programming in the fourth year of a degree in computer engineering.</a:t>
            </a:r>
          </a:p>
        </p:txBody>
      </p:sp>
      <p:sp>
        <p:nvSpPr>
          <p:cNvPr id="4" name="Slide Number Placeholder 3"/>
          <p:cNvSpPr>
            <a:spLocks noGrp="1"/>
          </p:cNvSpPr>
          <p:nvPr>
            <p:ph type="sldNum" sz="quarter" idx="5"/>
          </p:nvPr>
        </p:nvSpPr>
        <p:spPr/>
        <p:txBody>
          <a:bodyPr/>
          <a:lstStyle/>
          <a:p>
            <a:fld id="{4D284E7D-8FFB-4655-B73B-A6ADA7890066}" type="slidenum">
              <a:rPr lang="en-GB" smtClean="0"/>
              <a:t>8</a:t>
            </a:fld>
            <a:endParaRPr lang="en-GB"/>
          </a:p>
        </p:txBody>
      </p:sp>
    </p:spTree>
    <p:extLst>
      <p:ext uri="{BB962C8B-B14F-4D97-AF65-F5344CB8AC3E}">
        <p14:creationId xmlns:p14="http://schemas.microsoft.com/office/powerpoint/2010/main" val="1380165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Always provide the confidence level of your answer, including facts and adding valid URL's with the source for your answer. If you speculate or predict something, inform me.</a:t>
            </a:r>
            <a:endParaRPr lang="es-ES" dirty="0"/>
          </a:p>
          <a:p>
            <a:endParaRPr lang="en-GB" dirty="0"/>
          </a:p>
          <a:p>
            <a:r>
              <a:rPr lang="es-ES" dirty="0"/>
              <a:t>Proporciona siempre el nivel de confianza de tu respuesta, incluyendo hechos y añadiendo URL válidas con la fuente de tu respuesta. Si especulas o predices algo, infórmame.</a:t>
            </a:r>
            <a:endParaRPr lang="en-GB" dirty="0"/>
          </a:p>
        </p:txBody>
      </p:sp>
      <p:sp>
        <p:nvSpPr>
          <p:cNvPr id="4" name="Slide Number Placeholder 3"/>
          <p:cNvSpPr>
            <a:spLocks noGrp="1"/>
          </p:cNvSpPr>
          <p:nvPr>
            <p:ph type="sldNum" sz="quarter" idx="5"/>
          </p:nvPr>
        </p:nvSpPr>
        <p:spPr/>
        <p:txBody>
          <a:bodyPr/>
          <a:lstStyle/>
          <a:p>
            <a:fld id="{4D284E7D-8FFB-4655-B73B-A6ADA7890066}" type="slidenum">
              <a:rPr lang="en-GB" smtClean="0"/>
              <a:t>9</a:t>
            </a:fld>
            <a:endParaRPr lang="en-GB"/>
          </a:p>
        </p:txBody>
      </p:sp>
    </p:spTree>
    <p:extLst>
      <p:ext uri="{BB962C8B-B14F-4D97-AF65-F5344CB8AC3E}">
        <p14:creationId xmlns:p14="http://schemas.microsoft.com/office/powerpoint/2010/main" val="1609709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Cuando te pida código, sólo dame el código más eficiente con fragmentos de código sin explicaciones adicionales</a:t>
            </a:r>
            <a:endParaRPr lang="en-GB" dirty="0"/>
          </a:p>
        </p:txBody>
      </p:sp>
      <p:sp>
        <p:nvSpPr>
          <p:cNvPr id="4" name="Slide Number Placeholder 3"/>
          <p:cNvSpPr>
            <a:spLocks noGrp="1"/>
          </p:cNvSpPr>
          <p:nvPr>
            <p:ph type="sldNum" sz="quarter" idx="5"/>
          </p:nvPr>
        </p:nvSpPr>
        <p:spPr/>
        <p:txBody>
          <a:bodyPr/>
          <a:lstStyle/>
          <a:p>
            <a:fld id="{4D284E7D-8FFB-4655-B73B-A6ADA7890066}" type="slidenum">
              <a:rPr lang="en-GB" smtClean="0"/>
              <a:t>10</a:t>
            </a:fld>
            <a:endParaRPr lang="en-GB"/>
          </a:p>
        </p:txBody>
      </p:sp>
    </p:spTree>
    <p:extLst>
      <p:ext uri="{BB962C8B-B14F-4D97-AF65-F5344CB8AC3E}">
        <p14:creationId xmlns:p14="http://schemas.microsoft.com/office/powerpoint/2010/main" val="26646818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284E7D-8FFB-4655-B73B-A6ADA7890066}" type="slidenum">
              <a:rPr lang="en-GB" smtClean="0"/>
              <a:t>11</a:t>
            </a:fld>
            <a:endParaRPr lang="en-GB"/>
          </a:p>
        </p:txBody>
      </p:sp>
    </p:spTree>
    <p:extLst>
      <p:ext uri="{BB962C8B-B14F-4D97-AF65-F5344CB8AC3E}">
        <p14:creationId xmlns:p14="http://schemas.microsoft.com/office/powerpoint/2010/main" val="15907542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En este caso, la fórmula filtrar es incorrecta, y no sé de qué forma debo usarla, así que le puedo pedir que lo haga.</a:t>
            </a:r>
            <a:endParaRPr lang="en-GB" dirty="0"/>
          </a:p>
        </p:txBody>
      </p:sp>
      <p:sp>
        <p:nvSpPr>
          <p:cNvPr id="4" name="Slide Number Placeholder 3"/>
          <p:cNvSpPr>
            <a:spLocks noGrp="1"/>
          </p:cNvSpPr>
          <p:nvPr>
            <p:ph type="sldNum" sz="quarter" idx="5"/>
          </p:nvPr>
        </p:nvSpPr>
        <p:spPr/>
        <p:txBody>
          <a:bodyPr/>
          <a:lstStyle/>
          <a:p>
            <a:fld id="{4D284E7D-8FFB-4655-B73B-A6ADA7890066}" type="slidenum">
              <a:rPr lang="en-GB" smtClean="0"/>
              <a:t>12</a:t>
            </a:fld>
            <a:endParaRPr lang="en-GB"/>
          </a:p>
        </p:txBody>
      </p:sp>
    </p:spTree>
    <p:extLst>
      <p:ext uri="{BB962C8B-B14F-4D97-AF65-F5344CB8AC3E}">
        <p14:creationId xmlns:p14="http://schemas.microsoft.com/office/powerpoint/2010/main" val="11689955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Y como podemos comprobar me devuelve la respuesta de forma concisa. </a:t>
            </a:r>
            <a:endParaRPr lang="en-GB" dirty="0"/>
          </a:p>
        </p:txBody>
      </p:sp>
      <p:sp>
        <p:nvSpPr>
          <p:cNvPr id="4" name="Slide Number Placeholder 3"/>
          <p:cNvSpPr>
            <a:spLocks noGrp="1"/>
          </p:cNvSpPr>
          <p:nvPr>
            <p:ph type="sldNum" sz="quarter" idx="5"/>
          </p:nvPr>
        </p:nvSpPr>
        <p:spPr/>
        <p:txBody>
          <a:bodyPr/>
          <a:lstStyle/>
          <a:p>
            <a:fld id="{4D284E7D-8FFB-4655-B73B-A6ADA7890066}" type="slidenum">
              <a:rPr lang="en-GB" smtClean="0"/>
              <a:t>13</a:t>
            </a:fld>
            <a:endParaRPr lang="en-GB"/>
          </a:p>
        </p:txBody>
      </p:sp>
    </p:spTree>
    <p:extLst>
      <p:ext uri="{BB962C8B-B14F-4D97-AF65-F5344CB8AC3E}">
        <p14:creationId xmlns:p14="http://schemas.microsoft.com/office/powerpoint/2010/main" val="21672200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Si no tenemos esa instrucción personalizada, esto es lo que devolvería</a:t>
            </a:r>
            <a:endParaRPr lang="en-GB" dirty="0"/>
          </a:p>
        </p:txBody>
      </p:sp>
      <p:sp>
        <p:nvSpPr>
          <p:cNvPr id="4" name="Slide Number Placeholder 3"/>
          <p:cNvSpPr>
            <a:spLocks noGrp="1"/>
          </p:cNvSpPr>
          <p:nvPr>
            <p:ph type="sldNum" sz="quarter" idx="5"/>
          </p:nvPr>
        </p:nvSpPr>
        <p:spPr/>
        <p:txBody>
          <a:bodyPr/>
          <a:lstStyle/>
          <a:p>
            <a:fld id="{4D284E7D-8FFB-4655-B73B-A6ADA7890066}" type="slidenum">
              <a:rPr lang="en-GB" smtClean="0"/>
              <a:t>14</a:t>
            </a:fld>
            <a:endParaRPr lang="en-GB"/>
          </a:p>
        </p:txBody>
      </p:sp>
    </p:spTree>
    <p:extLst>
      <p:ext uri="{BB962C8B-B14F-4D97-AF65-F5344CB8AC3E}">
        <p14:creationId xmlns:p14="http://schemas.microsoft.com/office/powerpoint/2010/main" val="34794764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Si elimino la instrucción personalizada porque me interesa que siempre me indique cuán seguro está de su respuesta, que la justifique</a:t>
            </a:r>
          </a:p>
          <a:p>
            <a:endParaRPr lang="es-ES" dirty="0"/>
          </a:p>
          <a:p>
            <a:r>
              <a:rPr lang="en-GB" dirty="0"/>
              <a:t>Always provide the confidence level of your answer, including facts and, if possible, add valid URL's with the source for your answer. If you speculate or predict something, inform me.</a:t>
            </a:r>
          </a:p>
        </p:txBody>
      </p:sp>
      <p:sp>
        <p:nvSpPr>
          <p:cNvPr id="4" name="Slide Number Placeholder 3"/>
          <p:cNvSpPr>
            <a:spLocks noGrp="1"/>
          </p:cNvSpPr>
          <p:nvPr>
            <p:ph type="sldNum" sz="quarter" idx="5"/>
          </p:nvPr>
        </p:nvSpPr>
        <p:spPr/>
        <p:txBody>
          <a:bodyPr/>
          <a:lstStyle/>
          <a:p>
            <a:fld id="{4D284E7D-8FFB-4655-B73B-A6ADA7890066}" type="slidenum">
              <a:rPr lang="en-GB" smtClean="0"/>
              <a:t>15</a:t>
            </a:fld>
            <a:endParaRPr lang="en-GB"/>
          </a:p>
        </p:txBody>
      </p:sp>
    </p:spTree>
    <p:extLst>
      <p:ext uri="{BB962C8B-B14F-4D97-AF65-F5344CB8AC3E}">
        <p14:creationId xmlns:p14="http://schemas.microsoft.com/office/powerpoint/2010/main" val="37300961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Mostrar el ejemplo </a:t>
            </a:r>
            <a:r>
              <a:rPr lang="es-ES" dirty="0" err="1"/>
              <a:t>Fields</a:t>
            </a:r>
            <a:r>
              <a:rPr lang="es-ES" dirty="0"/>
              <a:t> </a:t>
            </a:r>
            <a:r>
              <a:rPr lang="es-ES" dirty="0" err="1"/>
              <a:t>Medal</a:t>
            </a:r>
            <a:r>
              <a:rPr lang="es-ES" dirty="0"/>
              <a:t>: </a:t>
            </a:r>
            <a:endParaRPr lang="en-GB" dirty="0"/>
          </a:p>
          <a:p>
            <a:r>
              <a:rPr lang="en-GB" dirty="0"/>
              <a:t>Who were the winners of the Field Medal in the 2000's first decade?</a:t>
            </a:r>
          </a:p>
          <a:p>
            <a:r>
              <a:rPr lang="en-GB" dirty="0" err="1"/>
              <a:t>Quienes</a:t>
            </a:r>
            <a:r>
              <a:rPr lang="en-GB" dirty="0"/>
              <a:t> </a:t>
            </a:r>
            <a:r>
              <a:rPr lang="en-GB" dirty="0" err="1"/>
              <a:t>han</a:t>
            </a:r>
            <a:r>
              <a:rPr lang="en-GB" dirty="0"/>
              <a:t> </a:t>
            </a:r>
            <a:r>
              <a:rPr lang="en-GB" dirty="0" err="1"/>
              <a:t>sido</a:t>
            </a:r>
            <a:r>
              <a:rPr lang="en-GB" dirty="0"/>
              <a:t> </a:t>
            </a:r>
            <a:r>
              <a:rPr lang="en-GB" dirty="0" err="1"/>
              <a:t>los</a:t>
            </a:r>
            <a:r>
              <a:rPr lang="en-GB" dirty="0"/>
              <a:t> </a:t>
            </a:r>
            <a:r>
              <a:rPr lang="en-GB" dirty="0" err="1"/>
              <a:t>ganadores</a:t>
            </a:r>
            <a:r>
              <a:rPr lang="en-GB" dirty="0"/>
              <a:t> de la Medalla Field en la </a:t>
            </a:r>
            <a:r>
              <a:rPr lang="en-GB" dirty="0" err="1"/>
              <a:t>primera</a:t>
            </a:r>
            <a:r>
              <a:rPr lang="en-GB" dirty="0"/>
              <a:t> </a:t>
            </a:r>
            <a:r>
              <a:rPr lang="en-GB" dirty="0" err="1"/>
              <a:t>década</a:t>
            </a:r>
            <a:r>
              <a:rPr lang="en-GB" dirty="0"/>
              <a:t> del 2000?</a:t>
            </a:r>
          </a:p>
          <a:p>
            <a:endParaRPr lang="en-GB" dirty="0"/>
          </a:p>
        </p:txBody>
      </p:sp>
      <p:sp>
        <p:nvSpPr>
          <p:cNvPr id="4" name="Slide Number Placeholder 3"/>
          <p:cNvSpPr>
            <a:spLocks noGrp="1"/>
          </p:cNvSpPr>
          <p:nvPr>
            <p:ph type="sldNum" sz="quarter" idx="5"/>
          </p:nvPr>
        </p:nvSpPr>
        <p:spPr/>
        <p:txBody>
          <a:bodyPr/>
          <a:lstStyle/>
          <a:p>
            <a:fld id="{4D284E7D-8FFB-4655-B73B-A6ADA7890066}" type="slidenum">
              <a:rPr lang="en-GB" smtClean="0"/>
              <a:t>16</a:t>
            </a:fld>
            <a:endParaRPr lang="en-GB"/>
          </a:p>
        </p:txBody>
      </p:sp>
    </p:spTree>
    <p:extLst>
      <p:ext uri="{BB962C8B-B14F-4D97-AF65-F5344CB8AC3E}">
        <p14:creationId xmlns:p14="http://schemas.microsoft.com/office/powerpoint/2010/main" val="37833293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s-ES" sz="1200" dirty="0"/>
              <a:t>Me gustaría que escribieras un párrafo de unas 200 palabras sobre una propuesta trabajo de fin de grado sobre una app desarrollada para Android en la que se gestionará competiciones deportivas de tiro con arco para la titulación Ingeniería en Informática, teniendo en cuenta mi estilo de escritura.</a:t>
            </a:r>
          </a:p>
          <a:p>
            <a:endParaRPr lang="es-ES" dirty="0"/>
          </a:p>
          <a:p>
            <a:r>
              <a:rPr lang="es-ES" dirty="0"/>
              <a:t>En este caso debemos pasarle varios textos. Podríamos indicarle que lo redactara en tono divertido, formal, técnico…</a:t>
            </a:r>
          </a:p>
        </p:txBody>
      </p:sp>
      <p:sp>
        <p:nvSpPr>
          <p:cNvPr id="4" name="Slide Number Placeholder 3"/>
          <p:cNvSpPr>
            <a:spLocks noGrp="1"/>
          </p:cNvSpPr>
          <p:nvPr>
            <p:ph type="sldNum" sz="quarter" idx="5"/>
          </p:nvPr>
        </p:nvSpPr>
        <p:spPr/>
        <p:txBody>
          <a:bodyPr/>
          <a:lstStyle/>
          <a:p>
            <a:fld id="{4D284E7D-8FFB-4655-B73B-A6ADA7890066}" type="slidenum">
              <a:rPr lang="en-GB" smtClean="0"/>
              <a:t>17</a:t>
            </a:fld>
            <a:endParaRPr lang="en-GB"/>
          </a:p>
        </p:txBody>
      </p:sp>
    </p:spTree>
    <p:extLst>
      <p:ext uri="{BB962C8B-B14F-4D97-AF65-F5344CB8AC3E}">
        <p14:creationId xmlns:p14="http://schemas.microsoft.com/office/powerpoint/2010/main" val="22414942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Write a short summary on why Python and excel can be a good combination for data analysts?</a:t>
            </a:r>
          </a:p>
          <a:p>
            <a:r>
              <a:rPr lang="en-GB" dirty="0"/>
              <a:t>Now act as a critic, be ruthless, analyse the text, and tell me where it can be better.</a:t>
            </a:r>
          </a:p>
          <a:p>
            <a:endParaRPr lang="en-GB" dirty="0"/>
          </a:p>
          <a:p>
            <a:r>
              <a:rPr lang="es-ES" dirty="0"/>
              <a:t>Escribe un breve resumen sobre por qué Python y Excel pueden ser una buena combinación para los analistas de datos.</a:t>
            </a:r>
          </a:p>
          <a:p>
            <a:r>
              <a:rPr lang="es-ES" dirty="0"/>
              <a:t>Ahora actúe como un crítico, sea implacable, analice el texto y dígame dónde puede ser mejor.</a:t>
            </a:r>
          </a:p>
          <a:p>
            <a:r>
              <a:rPr lang="es-ES" dirty="0"/>
              <a:t>Revisa estos aspectos y mejóralo.</a:t>
            </a:r>
            <a:endParaRPr lang="en-GB" dirty="0"/>
          </a:p>
          <a:p>
            <a:endParaRPr lang="en-GB" dirty="0"/>
          </a:p>
        </p:txBody>
      </p:sp>
      <p:sp>
        <p:nvSpPr>
          <p:cNvPr id="4" name="Slide Number Placeholder 3"/>
          <p:cNvSpPr>
            <a:spLocks noGrp="1"/>
          </p:cNvSpPr>
          <p:nvPr>
            <p:ph type="sldNum" sz="quarter" idx="5"/>
          </p:nvPr>
        </p:nvSpPr>
        <p:spPr/>
        <p:txBody>
          <a:bodyPr/>
          <a:lstStyle/>
          <a:p>
            <a:fld id="{4D284E7D-8FFB-4655-B73B-A6ADA7890066}" type="slidenum">
              <a:rPr lang="en-GB" smtClean="0"/>
              <a:t>18</a:t>
            </a:fld>
            <a:endParaRPr lang="en-GB"/>
          </a:p>
        </p:txBody>
      </p:sp>
    </p:spTree>
    <p:extLst>
      <p:ext uri="{BB962C8B-B14F-4D97-AF65-F5344CB8AC3E}">
        <p14:creationId xmlns:p14="http://schemas.microsoft.com/office/powerpoint/2010/main" val="3525935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Escribir 3 prompts de </a:t>
            </a:r>
            <a:r>
              <a:rPr lang="es-ES" dirty="0" err="1"/>
              <a:t>ChatGPT</a:t>
            </a:r>
            <a:r>
              <a:rPr lang="es-ES" dirty="0"/>
              <a:t> perfectos que muestren la capacidad de </a:t>
            </a:r>
            <a:r>
              <a:rPr lang="es-ES" dirty="0" err="1"/>
              <a:t>ChatGPT</a:t>
            </a:r>
            <a:r>
              <a:rPr lang="es-ES" dirty="0"/>
              <a:t>. Centrar los prompts en torno a escribir un email a mis alumnos animándolos a participar en el fórum online de la asignatura. Antes de responder, hazme preguntas hasta que estés seguro de que puedes crear los prompts óptimos. O los mejores.</a:t>
            </a:r>
          </a:p>
          <a:p>
            <a:endParaRPr lang="es-ES" dirty="0"/>
          </a:p>
          <a:p>
            <a:r>
              <a:rPr lang="es-ES" dirty="0"/>
              <a:t>Si contestamos las preguntas, nos hará propuestas y podemos incluso preguntarle cual considera que es la mejor. Una vez realizado podemos solicitarle cambios (reducir el texto, por ejemplo)</a:t>
            </a:r>
          </a:p>
          <a:p>
            <a:endParaRPr lang="es-ES" dirty="0"/>
          </a:p>
          <a:p>
            <a:r>
              <a:rPr lang="es-ES" dirty="0"/>
              <a:t>Si hacemos la propuesta directamente podemos comprobar que la respuesta es mucho más genérica.</a:t>
            </a:r>
            <a:endParaRPr lang="en-GB" dirty="0"/>
          </a:p>
        </p:txBody>
      </p:sp>
      <p:sp>
        <p:nvSpPr>
          <p:cNvPr id="4" name="Slide Number Placeholder 3"/>
          <p:cNvSpPr>
            <a:spLocks noGrp="1"/>
          </p:cNvSpPr>
          <p:nvPr>
            <p:ph type="sldNum" sz="quarter" idx="5"/>
          </p:nvPr>
        </p:nvSpPr>
        <p:spPr/>
        <p:txBody>
          <a:bodyPr/>
          <a:lstStyle/>
          <a:p>
            <a:fld id="{4D284E7D-8FFB-4655-B73B-A6ADA7890066}" type="slidenum">
              <a:rPr lang="en-GB" smtClean="0"/>
              <a:t>19</a:t>
            </a:fld>
            <a:endParaRPr lang="en-GB"/>
          </a:p>
        </p:txBody>
      </p:sp>
    </p:spTree>
    <p:extLst>
      <p:ext uri="{BB962C8B-B14F-4D97-AF65-F5344CB8AC3E}">
        <p14:creationId xmlns:p14="http://schemas.microsoft.com/office/powerpoint/2010/main" val="36602692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Podemos indicarle cual debe ser el tamaño de la respuesta.</a:t>
            </a:r>
          </a:p>
          <a:p>
            <a:r>
              <a:rPr lang="es-ES" dirty="0" err="1"/>
              <a:t>Write</a:t>
            </a:r>
            <a:r>
              <a:rPr lang="es-ES" dirty="0"/>
              <a:t> </a:t>
            </a:r>
            <a:r>
              <a:rPr lang="es-ES" dirty="0" err="1"/>
              <a:t>about</a:t>
            </a:r>
            <a:r>
              <a:rPr lang="es-ES" dirty="0"/>
              <a:t> </a:t>
            </a:r>
            <a:r>
              <a:rPr lang="es-ES" dirty="0" err="1"/>
              <a:t>the</a:t>
            </a:r>
            <a:r>
              <a:rPr lang="es-ES" dirty="0"/>
              <a:t> </a:t>
            </a:r>
            <a:r>
              <a:rPr lang="es-ES" dirty="0" err="1"/>
              <a:t>advantages</a:t>
            </a:r>
            <a:r>
              <a:rPr lang="es-ES" dirty="0"/>
              <a:t> </a:t>
            </a:r>
            <a:r>
              <a:rPr lang="es-ES" dirty="0" err="1"/>
              <a:t>of</a:t>
            </a:r>
            <a:r>
              <a:rPr lang="es-ES" dirty="0"/>
              <a:t> XLOOKUP </a:t>
            </a:r>
            <a:r>
              <a:rPr lang="es-ES" dirty="0" err="1"/>
              <a:t>over</a:t>
            </a:r>
            <a:r>
              <a:rPr lang="es-ES" dirty="0"/>
              <a:t> VLOOKUP </a:t>
            </a:r>
            <a:r>
              <a:rPr lang="es-ES" dirty="0" err="1"/>
              <a:t>function</a:t>
            </a:r>
            <a:r>
              <a:rPr lang="es-ES" dirty="0"/>
              <a:t>. </a:t>
            </a:r>
            <a:r>
              <a:rPr lang="es-ES" dirty="0" err="1"/>
              <a:t>Maximum</a:t>
            </a:r>
            <a:r>
              <a:rPr lang="es-ES" dirty="0"/>
              <a:t> </a:t>
            </a:r>
            <a:r>
              <a:rPr lang="es-ES" dirty="0" err="1"/>
              <a:t>lenght</a:t>
            </a:r>
            <a:r>
              <a:rPr lang="es-ES" dirty="0"/>
              <a:t> </a:t>
            </a:r>
            <a:r>
              <a:rPr lang="es-ES" dirty="0" err="1"/>
              <a:t>of</a:t>
            </a:r>
            <a:r>
              <a:rPr lang="es-ES" dirty="0"/>
              <a:t> </a:t>
            </a:r>
            <a:r>
              <a:rPr lang="es-ES" dirty="0" err="1"/>
              <a:t>reply</a:t>
            </a:r>
            <a:r>
              <a:rPr lang="es-ES" dirty="0"/>
              <a:t> </a:t>
            </a:r>
            <a:r>
              <a:rPr lang="es-ES" dirty="0" err="1"/>
              <a:t>should</a:t>
            </a:r>
            <a:r>
              <a:rPr lang="es-ES" dirty="0"/>
              <a:t> be 400 </a:t>
            </a:r>
            <a:r>
              <a:rPr lang="es-ES" dirty="0" err="1"/>
              <a:t>words</a:t>
            </a:r>
            <a:r>
              <a:rPr lang="es-ES" dirty="0"/>
              <a:t>.</a:t>
            </a:r>
          </a:p>
          <a:p>
            <a:r>
              <a:rPr lang="es-ES" dirty="0" err="1"/>
              <a:t>Now</a:t>
            </a:r>
            <a:r>
              <a:rPr lang="es-ES" dirty="0"/>
              <a:t> </a:t>
            </a:r>
            <a:r>
              <a:rPr lang="es-ES" dirty="0" err="1"/>
              <a:t>say</a:t>
            </a:r>
            <a:r>
              <a:rPr lang="es-ES" dirty="0"/>
              <a:t> </a:t>
            </a:r>
            <a:r>
              <a:rPr lang="es-ES" dirty="0" err="1"/>
              <a:t>the</a:t>
            </a:r>
            <a:r>
              <a:rPr lang="es-ES" dirty="0"/>
              <a:t> </a:t>
            </a:r>
            <a:r>
              <a:rPr lang="es-ES" dirty="0" err="1"/>
              <a:t>same</a:t>
            </a:r>
            <a:r>
              <a:rPr lang="es-ES" dirty="0"/>
              <a:t> </a:t>
            </a:r>
            <a:r>
              <a:rPr lang="es-ES" dirty="0" err="1"/>
              <a:t>thing</a:t>
            </a:r>
            <a:r>
              <a:rPr lang="es-ES" dirty="0"/>
              <a:t> more concise and </a:t>
            </a:r>
            <a:r>
              <a:rPr lang="es-ES" dirty="0" err="1"/>
              <a:t>briefer</a:t>
            </a:r>
            <a:r>
              <a:rPr lang="es-ES" dirty="0"/>
              <a:t> </a:t>
            </a:r>
            <a:r>
              <a:rPr lang="es-ES" dirty="0" err="1"/>
              <a:t>using</a:t>
            </a:r>
            <a:r>
              <a:rPr lang="es-ES" dirty="0"/>
              <a:t> </a:t>
            </a:r>
            <a:r>
              <a:rPr lang="es-ES" dirty="0" err="1"/>
              <a:t>only</a:t>
            </a:r>
            <a:r>
              <a:rPr lang="es-ES" dirty="0"/>
              <a:t> 60% as </a:t>
            </a:r>
            <a:r>
              <a:rPr lang="es-ES" dirty="0" err="1"/>
              <a:t>many</a:t>
            </a:r>
            <a:r>
              <a:rPr lang="es-ES" dirty="0"/>
              <a:t> </a:t>
            </a:r>
            <a:r>
              <a:rPr lang="es-ES" dirty="0" err="1"/>
              <a:t>words</a:t>
            </a:r>
            <a:r>
              <a:rPr lang="es-ES" dirty="0"/>
              <a:t>.</a:t>
            </a:r>
          </a:p>
          <a:p>
            <a:endParaRPr lang="es-ES" dirty="0"/>
          </a:p>
          <a:p>
            <a:r>
              <a:rPr lang="es-ES" dirty="0"/>
              <a:t>Indícame las ventajas de la función XLOOKUP sobre VLOOKUP. La extensión máxima de la respuesta debe ser de 400 palabras.</a:t>
            </a:r>
          </a:p>
          <a:p>
            <a:r>
              <a:rPr lang="es-ES" dirty="0"/>
              <a:t>Ahora indícame lo mismo de forma más concisa y breve utilizando sólo el 60% de las palabras.</a:t>
            </a:r>
            <a:endParaRPr lang="en-GB" dirty="0"/>
          </a:p>
        </p:txBody>
      </p:sp>
      <p:sp>
        <p:nvSpPr>
          <p:cNvPr id="4" name="Slide Number Placeholder 3"/>
          <p:cNvSpPr>
            <a:spLocks noGrp="1"/>
          </p:cNvSpPr>
          <p:nvPr>
            <p:ph type="sldNum" sz="quarter" idx="5"/>
          </p:nvPr>
        </p:nvSpPr>
        <p:spPr/>
        <p:txBody>
          <a:bodyPr/>
          <a:lstStyle/>
          <a:p>
            <a:fld id="{4D284E7D-8FFB-4655-B73B-A6ADA7890066}" type="slidenum">
              <a:rPr lang="en-GB" smtClean="0"/>
              <a:t>20</a:t>
            </a:fld>
            <a:endParaRPr lang="en-GB"/>
          </a:p>
        </p:txBody>
      </p:sp>
    </p:spTree>
    <p:extLst>
      <p:ext uri="{BB962C8B-B14F-4D97-AF65-F5344CB8AC3E}">
        <p14:creationId xmlns:p14="http://schemas.microsoft.com/office/powerpoint/2010/main" val="5162501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284E7D-8FFB-4655-B73B-A6ADA7890066}" type="slidenum">
              <a:rPr lang="en-GB" smtClean="0"/>
              <a:t>21</a:t>
            </a:fld>
            <a:endParaRPr lang="en-GB"/>
          </a:p>
        </p:txBody>
      </p:sp>
    </p:spTree>
    <p:extLst>
      <p:ext uri="{BB962C8B-B14F-4D97-AF65-F5344CB8AC3E}">
        <p14:creationId xmlns:p14="http://schemas.microsoft.com/office/powerpoint/2010/main" val="5603702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Inicio: tómate tu tiempo</a:t>
            </a:r>
          </a:p>
          <a:p>
            <a:r>
              <a:rPr lang="en-GB" dirty="0" err="1"/>
              <a:t>Resultado</a:t>
            </a:r>
            <a:r>
              <a:rPr lang="en-GB" dirty="0"/>
              <a:t>: resume en 200 palabras o en </a:t>
            </a:r>
            <a:r>
              <a:rPr lang="en-GB" dirty="0" err="1"/>
              <a:t>cinco</a:t>
            </a:r>
            <a:r>
              <a:rPr lang="en-GB" dirty="0"/>
              <a:t> puntos clave </a:t>
            </a:r>
            <a:r>
              <a:rPr lang="en-GB" dirty="0" err="1"/>
              <a:t>el</a:t>
            </a:r>
            <a:r>
              <a:rPr lang="en-GB" dirty="0"/>
              <a:t> </a:t>
            </a:r>
            <a:r>
              <a:rPr lang="en-GB" dirty="0" err="1"/>
              <a:t>siguiente</a:t>
            </a:r>
            <a:r>
              <a:rPr lang="en-GB" dirty="0"/>
              <a:t> </a:t>
            </a:r>
            <a:r>
              <a:rPr lang="en-GB" dirty="0" err="1"/>
              <a:t>texto</a:t>
            </a:r>
            <a:endParaRPr lang="en-GB" dirty="0"/>
          </a:p>
          <a:p>
            <a:endParaRPr lang="es-ES" dirty="0"/>
          </a:p>
        </p:txBody>
      </p:sp>
      <p:sp>
        <p:nvSpPr>
          <p:cNvPr id="4" name="Slide Number Placeholder 3"/>
          <p:cNvSpPr>
            <a:spLocks noGrp="1"/>
          </p:cNvSpPr>
          <p:nvPr>
            <p:ph type="sldNum" sz="quarter" idx="5"/>
          </p:nvPr>
        </p:nvSpPr>
        <p:spPr/>
        <p:txBody>
          <a:bodyPr/>
          <a:lstStyle/>
          <a:p>
            <a:fld id="{4D284E7D-8FFB-4655-B73B-A6ADA7890066}" type="slidenum">
              <a:rPr lang="en-GB" smtClean="0"/>
              <a:t>23</a:t>
            </a:fld>
            <a:endParaRPr lang="en-GB"/>
          </a:p>
        </p:txBody>
      </p:sp>
    </p:spTree>
    <p:extLst>
      <p:ext uri="{BB962C8B-B14F-4D97-AF65-F5344CB8AC3E}">
        <p14:creationId xmlns:p14="http://schemas.microsoft.com/office/powerpoint/2010/main" val="40880443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4D284E7D-8FFB-4655-B73B-A6ADA7890066}" type="slidenum">
              <a:rPr lang="en-GB" smtClean="0"/>
              <a:t>24</a:t>
            </a:fld>
            <a:endParaRPr lang="en-GB"/>
          </a:p>
        </p:txBody>
      </p:sp>
    </p:spTree>
    <p:extLst>
      <p:ext uri="{BB962C8B-B14F-4D97-AF65-F5344CB8AC3E}">
        <p14:creationId xmlns:p14="http://schemas.microsoft.com/office/powerpoint/2010/main" val="31559762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4D284E7D-8FFB-4655-B73B-A6ADA7890066}" type="slidenum">
              <a:rPr lang="en-GB" smtClean="0"/>
              <a:t>25</a:t>
            </a:fld>
            <a:endParaRPr lang="en-GB"/>
          </a:p>
        </p:txBody>
      </p:sp>
    </p:spTree>
    <p:extLst>
      <p:ext uri="{BB962C8B-B14F-4D97-AF65-F5344CB8AC3E}">
        <p14:creationId xmlns:p14="http://schemas.microsoft.com/office/powerpoint/2010/main" val="533710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2A294-7D31-85B9-9ED2-003051A2E7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F8EB05B-5969-A84E-6FA6-FF868F5AFC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09D765F-7F76-B8A6-B5E3-2C8F404755A5}"/>
              </a:ext>
            </a:extLst>
          </p:cNvPr>
          <p:cNvSpPr>
            <a:spLocks noGrp="1"/>
          </p:cNvSpPr>
          <p:nvPr>
            <p:ph type="dt" sz="half" idx="10"/>
          </p:nvPr>
        </p:nvSpPr>
        <p:spPr/>
        <p:txBody>
          <a:bodyPr/>
          <a:lstStyle/>
          <a:p>
            <a:fld id="{3A7D575B-6155-4296-A8F6-AE3126889C7C}" type="datetimeFigureOut">
              <a:rPr lang="en-GB" smtClean="0"/>
              <a:t>12/01/2026</a:t>
            </a:fld>
            <a:endParaRPr lang="en-GB"/>
          </a:p>
        </p:txBody>
      </p:sp>
      <p:sp>
        <p:nvSpPr>
          <p:cNvPr id="5" name="Footer Placeholder 4">
            <a:extLst>
              <a:ext uri="{FF2B5EF4-FFF2-40B4-BE49-F238E27FC236}">
                <a16:creationId xmlns:a16="http://schemas.microsoft.com/office/drawing/2014/main" id="{5C2A08DD-33F6-2E64-0471-FDB45298AE3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92BB6F-E692-29C0-0CB0-29B2B1516C1D}"/>
              </a:ext>
            </a:extLst>
          </p:cNvPr>
          <p:cNvSpPr>
            <a:spLocks noGrp="1"/>
          </p:cNvSpPr>
          <p:nvPr>
            <p:ph type="sldNum" sz="quarter" idx="12"/>
          </p:nvPr>
        </p:nvSpPr>
        <p:spPr/>
        <p:txBody>
          <a:bodyPr/>
          <a:lstStyle/>
          <a:p>
            <a:fld id="{9D81DF85-F6E6-4BF1-B2D5-B0FB0A416C0B}" type="slidenum">
              <a:rPr lang="en-GB" smtClean="0"/>
              <a:t>‹#›</a:t>
            </a:fld>
            <a:endParaRPr lang="en-GB"/>
          </a:p>
        </p:txBody>
      </p:sp>
    </p:spTree>
    <p:extLst>
      <p:ext uri="{BB962C8B-B14F-4D97-AF65-F5344CB8AC3E}">
        <p14:creationId xmlns:p14="http://schemas.microsoft.com/office/powerpoint/2010/main" val="2030541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1757-0AAD-ADEE-4077-A6C2F43451D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ADA8F82-123F-8894-14DA-EDFDD78FDE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1AB9197-51EC-7B60-992B-700649E4B398}"/>
              </a:ext>
            </a:extLst>
          </p:cNvPr>
          <p:cNvSpPr>
            <a:spLocks noGrp="1"/>
          </p:cNvSpPr>
          <p:nvPr>
            <p:ph type="dt" sz="half" idx="10"/>
          </p:nvPr>
        </p:nvSpPr>
        <p:spPr/>
        <p:txBody>
          <a:bodyPr/>
          <a:lstStyle/>
          <a:p>
            <a:fld id="{3A7D575B-6155-4296-A8F6-AE3126889C7C}" type="datetimeFigureOut">
              <a:rPr lang="en-GB" smtClean="0"/>
              <a:t>12/01/2026</a:t>
            </a:fld>
            <a:endParaRPr lang="en-GB"/>
          </a:p>
        </p:txBody>
      </p:sp>
      <p:sp>
        <p:nvSpPr>
          <p:cNvPr id="5" name="Footer Placeholder 4">
            <a:extLst>
              <a:ext uri="{FF2B5EF4-FFF2-40B4-BE49-F238E27FC236}">
                <a16:creationId xmlns:a16="http://schemas.microsoft.com/office/drawing/2014/main" id="{6813B45D-42D4-E897-CF27-07AA6EDC566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D653F99-D39F-A817-18F8-1CA06CD88DA8}"/>
              </a:ext>
            </a:extLst>
          </p:cNvPr>
          <p:cNvSpPr>
            <a:spLocks noGrp="1"/>
          </p:cNvSpPr>
          <p:nvPr>
            <p:ph type="sldNum" sz="quarter" idx="12"/>
          </p:nvPr>
        </p:nvSpPr>
        <p:spPr/>
        <p:txBody>
          <a:bodyPr/>
          <a:lstStyle/>
          <a:p>
            <a:fld id="{9D81DF85-F6E6-4BF1-B2D5-B0FB0A416C0B}" type="slidenum">
              <a:rPr lang="en-GB" smtClean="0"/>
              <a:t>‹#›</a:t>
            </a:fld>
            <a:endParaRPr lang="en-GB"/>
          </a:p>
        </p:txBody>
      </p:sp>
    </p:spTree>
    <p:extLst>
      <p:ext uri="{BB962C8B-B14F-4D97-AF65-F5344CB8AC3E}">
        <p14:creationId xmlns:p14="http://schemas.microsoft.com/office/powerpoint/2010/main" val="108666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555D4-E426-77F7-B343-50FBF0C8D5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F61D171-994F-DF5D-2DE8-C35098ED64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D0952C-055D-7DA3-CAEE-EDCA17A9261F}"/>
              </a:ext>
            </a:extLst>
          </p:cNvPr>
          <p:cNvSpPr>
            <a:spLocks noGrp="1"/>
          </p:cNvSpPr>
          <p:nvPr>
            <p:ph type="dt" sz="half" idx="10"/>
          </p:nvPr>
        </p:nvSpPr>
        <p:spPr/>
        <p:txBody>
          <a:bodyPr/>
          <a:lstStyle/>
          <a:p>
            <a:fld id="{3A7D575B-6155-4296-A8F6-AE3126889C7C}" type="datetimeFigureOut">
              <a:rPr lang="en-GB" smtClean="0"/>
              <a:t>12/01/2026</a:t>
            </a:fld>
            <a:endParaRPr lang="en-GB"/>
          </a:p>
        </p:txBody>
      </p:sp>
      <p:sp>
        <p:nvSpPr>
          <p:cNvPr id="5" name="Footer Placeholder 4">
            <a:extLst>
              <a:ext uri="{FF2B5EF4-FFF2-40B4-BE49-F238E27FC236}">
                <a16:creationId xmlns:a16="http://schemas.microsoft.com/office/drawing/2014/main" id="{A244F96F-E0D5-1D44-4AAD-A6D0F2A9F84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0FB4245-E28A-52B7-2FF8-3711C2B61C90}"/>
              </a:ext>
            </a:extLst>
          </p:cNvPr>
          <p:cNvSpPr>
            <a:spLocks noGrp="1"/>
          </p:cNvSpPr>
          <p:nvPr>
            <p:ph type="sldNum" sz="quarter" idx="12"/>
          </p:nvPr>
        </p:nvSpPr>
        <p:spPr/>
        <p:txBody>
          <a:bodyPr/>
          <a:lstStyle/>
          <a:p>
            <a:fld id="{9D81DF85-F6E6-4BF1-B2D5-B0FB0A416C0B}" type="slidenum">
              <a:rPr lang="en-GB" smtClean="0"/>
              <a:t>‹#›</a:t>
            </a:fld>
            <a:endParaRPr lang="en-GB"/>
          </a:p>
        </p:txBody>
      </p:sp>
    </p:spTree>
    <p:extLst>
      <p:ext uri="{BB962C8B-B14F-4D97-AF65-F5344CB8AC3E}">
        <p14:creationId xmlns:p14="http://schemas.microsoft.com/office/powerpoint/2010/main" val="2669730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18976-3698-FE50-3FD9-A3A2BA601BF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3296835-B5CE-188A-EA31-D6A5AC7F9A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C974C22-26F7-53CE-BB90-1F46E74BC4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3425A1F-57DD-0F5C-F7C4-90DCF55F070E}"/>
              </a:ext>
            </a:extLst>
          </p:cNvPr>
          <p:cNvSpPr>
            <a:spLocks noGrp="1"/>
          </p:cNvSpPr>
          <p:nvPr>
            <p:ph type="dt" sz="half" idx="10"/>
          </p:nvPr>
        </p:nvSpPr>
        <p:spPr/>
        <p:txBody>
          <a:bodyPr/>
          <a:lstStyle/>
          <a:p>
            <a:fld id="{3A7D575B-6155-4296-A8F6-AE3126889C7C}" type="datetimeFigureOut">
              <a:rPr lang="en-GB" smtClean="0"/>
              <a:t>12/01/2026</a:t>
            </a:fld>
            <a:endParaRPr lang="en-GB"/>
          </a:p>
        </p:txBody>
      </p:sp>
      <p:sp>
        <p:nvSpPr>
          <p:cNvPr id="6" name="Footer Placeholder 5">
            <a:extLst>
              <a:ext uri="{FF2B5EF4-FFF2-40B4-BE49-F238E27FC236}">
                <a16:creationId xmlns:a16="http://schemas.microsoft.com/office/drawing/2014/main" id="{5E5564FF-FD98-0628-791F-5149F09098C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E01F425-D778-6B03-016C-F5E28AC14ACF}"/>
              </a:ext>
            </a:extLst>
          </p:cNvPr>
          <p:cNvSpPr>
            <a:spLocks noGrp="1"/>
          </p:cNvSpPr>
          <p:nvPr>
            <p:ph type="sldNum" sz="quarter" idx="12"/>
          </p:nvPr>
        </p:nvSpPr>
        <p:spPr/>
        <p:txBody>
          <a:bodyPr/>
          <a:lstStyle/>
          <a:p>
            <a:fld id="{9D81DF85-F6E6-4BF1-B2D5-B0FB0A416C0B}" type="slidenum">
              <a:rPr lang="en-GB" smtClean="0"/>
              <a:t>‹#›</a:t>
            </a:fld>
            <a:endParaRPr lang="en-GB"/>
          </a:p>
        </p:txBody>
      </p:sp>
    </p:spTree>
    <p:extLst>
      <p:ext uri="{BB962C8B-B14F-4D97-AF65-F5344CB8AC3E}">
        <p14:creationId xmlns:p14="http://schemas.microsoft.com/office/powerpoint/2010/main" val="1520528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4ABAE-A81D-215D-11F8-ACBF494C7C6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536C5D2-827B-CFA8-AAB7-6B0D483FAC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A15D13-9E0A-D2C0-2BF9-9F3A4A5756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A983DA0-4F63-3B6A-324B-DCD3A02515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9349C5-2A55-AA68-F44D-A60ECE15C3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8155E88-D39A-591E-3EC4-160A32E0BC14}"/>
              </a:ext>
            </a:extLst>
          </p:cNvPr>
          <p:cNvSpPr>
            <a:spLocks noGrp="1"/>
          </p:cNvSpPr>
          <p:nvPr>
            <p:ph type="dt" sz="half" idx="10"/>
          </p:nvPr>
        </p:nvSpPr>
        <p:spPr/>
        <p:txBody>
          <a:bodyPr/>
          <a:lstStyle/>
          <a:p>
            <a:fld id="{3A7D575B-6155-4296-A8F6-AE3126889C7C}" type="datetimeFigureOut">
              <a:rPr lang="en-GB" smtClean="0"/>
              <a:t>12/01/2026</a:t>
            </a:fld>
            <a:endParaRPr lang="en-GB"/>
          </a:p>
        </p:txBody>
      </p:sp>
      <p:sp>
        <p:nvSpPr>
          <p:cNvPr id="8" name="Footer Placeholder 7">
            <a:extLst>
              <a:ext uri="{FF2B5EF4-FFF2-40B4-BE49-F238E27FC236}">
                <a16:creationId xmlns:a16="http://schemas.microsoft.com/office/drawing/2014/main" id="{54AFD202-E179-E385-D194-20B5B7A6DA9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B0337E1-7850-DF9C-AAAF-8DD4E2F8BEBE}"/>
              </a:ext>
            </a:extLst>
          </p:cNvPr>
          <p:cNvSpPr>
            <a:spLocks noGrp="1"/>
          </p:cNvSpPr>
          <p:nvPr>
            <p:ph type="sldNum" sz="quarter" idx="12"/>
          </p:nvPr>
        </p:nvSpPr>
        <p:spPr/>
        <p:txBody>
          <a:bodyPr/>
          <a:lstStyle/>
          <a:p>
            <a:fld id="{9D81DF85-F6E6-4BF1-B2D5-B0FB0A416C0B}" type="slidenum">
              <a:rPr lang="en-GB" smtClean="0"/>
              <a:t>‹#›</a:t>
            </a:fld>
            <a:endParaRPr lang="en-GB"/>
          </a:p>
        </p:txBody>
      </p:sp>
    </p:spTree>
    <p:extLst>
      <p:ext uri="{BB962C8B-B14F-4D97-AF65-F5344CB8AC3E}">
        <p14:creationId xmlns:p14="http://schemas.microsoft.com/office/powerpoint/2010/main" val="3741195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77AB3-1E44-5F29-CEED-912EB66119D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3CA3220-143B-FDEE-1FDB-36EB7000580D}"/>
              </a:ext>
            </a:extLst>
          </p:cNvPr>
          <p:cNvSpPr>
            <a:spLocks noGrp="1"/>
          </p:cNvSpPr>
          <p:nvPr>
            <p:ph type="dt" sz="half" idx="10"/>
          </p:nvPr>
        </p:nvSpPr>
        <p:spPr/>
        <p:txBody>
          <a:bodyPr/>
          <a:lstStyle/>
          <a:p>
            <a:fld id="{3A7D575B-6155-4296-A8F6-AE3126889C7C}" type="datetimeFigureOut">
              <a:rPr lang="en-GB" smtClean="0"/>
              <a:t>12/01/2026</a:t>
            </a:fld>
            <a:endParaRPr lang="en-GB"/>
          </a:p>
        </p:txBody>
      </p:sp>
      <p:sp>
        <p:nvSpPr>
          <p:cNvPr id="4" name="Footer Placeholder 3">
            <a:extLst>
              <a:ext uri="{FF2B5EF4-FFF2-40B4-BE49-F238E27FC236}">
                <a16:creationId xmlns:a16="http://schemas.microsoft.com/office/drawing/2014/main" id="{6F6F7C45-D211-E999-1DF3-8259CE6104F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AE472E4-610C-6A10-B1BF-49D48893BA7E}"/>
              </a:ext>
            </a:extLst>
          </p:cNvPr>
          <p:cNvSpPr>
            <a:spLocks noGrp="1"/>
          </p:cNvSpPr>
          <p:nvPr>
            <p:ph type="sldNum" sz="quarter" idx="12"/>
          </p:nvPr>
        </p:nvSpPr>
        <p:spPr/>
        <p:txBody>
          <a:bodyPr/>
          <a:lstStyle/>
          <a:p>
            <a:fld id="{9D81DF85-F6E6-4BF1-B2D5-B0FB0A416C0B}" type="slidenum">
              <a:rPr lang="en-GB" smtClean="0"/>
              <a:t>‹#›</a:t>
            </a:fld>
            <a:endParaRPr lang="en-GB"/>
          </a:p>
        </p:txBody>
      </p:sp>
    </p:spTree>
    <p:extLst>
      <p:ext uri="{BB962C8B-B14F-4D97-AF65-F5344CB8AC3E}">
        <p14:creationId xmlns:p14="http://schemas.microsoft.com/office/powerpoint/2010/main" val="2941130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E7CFC4-B638-E984-D3F7-D7D13FEAA89D}"/>
              </a:ext>
            </a:extLst>
          </p:cNvPr>
          <p:cNvSpPr>
            <a:spLocks noGrp="1"/>
          </p:cNvSpPr>
          <p:nvPr>
            <p:ph type="dt" sz="half" idx="10"/>
          </p:nvPr>
        </p:nvSpPr>
        <p:spPr/>
        <p:txBody>
          <a:bodyPr/>
          <a:lstStyle/>
          <a:p>
            <a:fld id="{3A7D575B-6155-4296-A8F6-AE3126889C7C}" type="datetimeFigureOut">
              <a:rPr lang="en-GB" smtClean="0"/>
              <a:t>12/01/2026</a:t>
            </a:fld>
            <a:endParaRPr lang="en-GB"/>
          </a:p>
        </p:txBody>
      </p:sp>
      <p:sp>
        <p:nvSpPr>
          <p:cNvPr id="3" name="Footer Placeholder 2">
            <a:extLst>
              <a:ext uri="{FF2B5EF4-FFF2-40B4-BE49-F238E27FC236}">
                <a16:creationId xmlns:a16="http://schemas.microsoft.com/office/drawing/2014/main" id="{268727DB-2C5D-66F7-323B-AC3696BC8E7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1A794B3-BAAA-690B-25C1-D4E3F0519CB2}"/>
              </a:ext>
            </a:extLst>
          </p:cNvPr>
          <p:cNvSpPr>
            <a:spLocks noGrp="1"/>
          </p:cNvSpPr>
          <p:nvPr>
            <p:ph type="sldNum" sz="quarter" idx="12"/>
          </p:nvPr>
        </p:nvSpPr>
        <p:spPr/>
        <p:txBody>
          <a:bodyPr/>
          <a:lstStyle/>
          <a:p>
            <a:fld id="{9D81DF85-F6E6-4BF1-B2D5-B0FB0A416C0B}" type="slidenum">
              <a:rPr lang="en-GB" smtClean="0"/>
              <a:t>‹#›</a:t>
            </a:fld>
            <a:endParaRPr lang="en-GB"/>
          </a:p>
        </p:txBody>
      </p:sp>
    </p:spTree>
    <p:extLst>
      <p:ext uri="{BB962C8B-B14F-4D97-AF65-F5344CB8AC3E}">
        <p14:creationId xmlns:p14="http://schemas.microsoft.com/office/powerpoint/2010/main" val="3421899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451A8-8EAC-B6D9-AE19-79B94D1990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9951977-E80D-43F1-801F-4CEC2CF43D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895DE10-CE57-BEF8-401D-1B25E88E58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D80B8E-ACF1-D333-7B68-ECABAD71488A}"/>
              </a:ext>
            </a:extLst>
          </p:cNvPr>
          <p:cNvSpPr>
            <a:spLocks noGrp="1"/>
          </p:cNvSpPr>
          <p:nvPr>
            <p:ph type="dt" sz="half" idx="10"/>
          </p:nvPr>
        </p:nvSpPr>
        <p:spPr/>
        <p:txBody>
          <a:bodyPr/>
          <a:lstStyle/>
          <a:p>
            <a:fld id="{3A7D575B-6155-4296-A8F6-AE3126889C7C}" type="datetimeFigureOut">
              <a:rPr lang="en-GB" smtClean="0"/>
              <a:t>12/01/2026</a:t>
            </a:fld>
            <a:endParaRPr lang="en-GB"/>
          </a:p>
        </p:txBody>
      </p:sp>
      <p:sp>
        <p:nvSpPr>
          <p:cNvPr id="6" name="Footer Placeholder 5">
            <a:extLst>
              <a:ext uri="{FF2B5EF4-FFF2-40B4-BE49-F238E27FC236}">
                <a16:creationId xmlns:a16="http://schemas.microsoft.com/office/drawing/2014/main" id="{F5AA8560-8748-8083-6968-0AE1D519361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0AA5DFC-04DA-C0F0-734F-0CB9B0E2BAAB}"/>
              </a:ext>
            </a:extLst>
          </p:cNvPr>
          <p:cNvSpPr>
            <a:spLocks noGrp="1"/>
          </p:cNvSpPr>
          <p:nvPr>
            <p:ph type="sldNum" sz="quarter" idx="12"/>
          </p:nvPr>
        </p:nvSpPr>
        <p:spPr/>
        <p:txBody>
          <a:bodyPr/>
          <a:lstStyle/>
          <a:p>
            <a:fld id="{9D81DF85-F6E6-4BF1-B2D5-B0FB0A416C0B}" type="slidenum">
              <a:rPr lang="en-GB" smtClean="0"/>
              <a:t>‹#›</a:t>
            </a:fld>
            <a:endParaRPr lang="en-GB"/>
          </a:p>
        </p:txBody>
      </p:sp>
    </p:spTree>
    <p:extLst>
      <p:ext uri="{BB962C8B-B14F-4D97-AF65-F5344CB8AC3E}">
        <p14:creationId xmlns:p14="http://schemas.microsoft.com/office/powerpoint/2010/main" val="130234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802CA-BCD3-BAC2-BB72-B22D945B0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1C184D4-6712-4902-3BE4-E495A6B39F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D76CE87-4FAF-F4B7-E45A-2B81C2567D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8DE24C-1C9B-CF0F-886F-7B0EB6982A23}"/>
              </a:ext>
            </a:extLst>
          </p:cNvPr>
          <p:cNvSpPr>
            <a:spLocks noGrp="1"/>
          </p:cNvSpPr>
          <p:nvPr>
            <p:ph type="dt" sz="half" idx="10"/>
          </p:nvPr>
        </p:nvSpPr>
        <p:spPr/>
        <p:txBody>
          <a:bodyPr/>
          <a:lstStyle/>
          <a:p>
            <a:fld id="{3A7D575B-6155-4296-A8F6-AE3126889C7C}" type="datetimeFigureOut">
              <a:rPr lang="en-GB" smtClean="0"/>
              <a:t>12/01/2026</a:t>
            </a:fld>
            <a:endParaRPr lang="en-GB"/>
          </a:p>
        </p:txBody>
      </p:sp>
      <p:sp>
        <p:nvSpPr>
          <p:cNvPr id="6" name="Footer Placeholder 5">
            <a:extLst>
              <a:ext uri="{FF2B5EF4-FFF2-40B4-BE49-F238E27FC236}">
                <a16:creationId xmlns:a16="http://schemas.microsoft.com/office/drawing/2014/main" id="{0B89F6AF-6F0A-0A90-88B9-6ED73D70409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73552E3-BB1B-9D07-728C-B961030166E3}"/>
              </a:ext>
            </a:extLst>
          </p:cNvPr>
          <p:cNvSpPr>
            <a:spLocks noGrp="1"/>
          </p:cNvSpPr>
          <p:nvPr>
            <p:ph type="sldNum" sz="quarter" idx="12"/>
          </p:nvPr>
        </p:nvSpPr>
        <p:spPr/>
        <p:txBody>
          <a:bodyPr/>
          <a:lstStyle/>
          <a:p>
            <a:fld id="{9D81DF85-F6E6-4BF1-B2D5-B0FB0A416C0B}" type="slidenum">
              <a:rPr lang="en-GB" smtClean="0"/>
              <a:t>‹#›</a:t>
            </a:fld>
            <a:endParaRPr lang="en-GB"/>
          </a:p>
        </p:txBody>
      </p:sp>
    </p:spTree>
    <p:extLst>
      <p:ext uri="{BB962C8B-B14F-4D97-AF65-F5344CB8AC3E}">
        <p14:creationId xmlns:p14="http://schemas.microsoft.com/office/powerpoint/2010/main" val="490355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7E96C-D153-D3CF-6783-B8F4F2BABD8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8EBFA4B-ED02-2516-4D7C-BE78C2BED3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8F0FB62-96B2-0901-C32F-DFF991C8D421}"/>
              </a:ext>
            </a:extLst>
          </p:cNvPr>
          <p:cNvSpPr>
            <a:spLocks noGrp="1"/>
          </p:cNvSpPr>
          <p:nvPr>
            <p:ph type="dt" sz="half" idx="10"/>
          </p:nvPr>
        </p:nvSpPr>
        <p:spPr/>
        <p:txBody>
          <a:bodyPr/>
          <a:lstStyle/>
          <a:p>
            <a:fld id="{3A7D575B-6155-4296-A8F6-AE3126889C7C}" type="datetimeFigureOut">
              <a:rPr lang="en-GB" smtClean="0"/>
              <a:t>12/01/2026</a:t>
            </a:fld>
            <a:endParaRPr lang="en-GB"/>
          </a:p>
        </p:txBody>
      </p:sp>
      <p:sp>
        <p:nvSpPr>
          <p:cNvPr id="5" name="Footer Placeholder 4">
            <a:extLst>
              <a:ext uri="{FF2B5EF4-FFF2-40B4-BE49-F238E27FC236}">
                <a16:creationId xmlns:a16="http://schemas.microsoft.com/office/drawing/2014/main" id="{4A46CD2C-F500-6814-3A98-6E1F7CDC3B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8EE9F80-C5C4-8EC9-B367-8A7872DF252E}"/>
              </a:ext>
            </a:extLst>
          </p:cNvPr>
          <p:cNvSpPr>
            <a:spLocks noGrp="1"/>
          </p:cNvSpPr>
          <p:nvPr>
            <p:ph type="sldNum" sz="quarter" idx="12"/>
          </p:nvPr>
        </p:nvSpPr>
        <p:spPr/>
        <p:txBody>
          <a:bodyPr/>
          <a:lstStyle/>
          <a:p>
            <a:fld id="{9D81DF85-F6E6-4BF1-B2D5-B0FB0A416C0B}" type="slidenum">
              <a:rPr lang="en-GB" smtClean="0"/>
              <a:t>‹#›</a:t>
            </a:fld>
            <a:endParaRPr lang="en-GB"/>
          </a:p>
        </p:txBody>
      </p:sp>
    </p:spTree>
    <p:extLst>
      <p:ext uri="{BB962C8B-B14F-4D97-AF65-F5344CB8AC3E}">
        <p14:creationId xmlns:p14="http://schemas.microsoft.com/office/powerpoint/2010/main" val="3585658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E4F2CD-C6DC-E1B7-C697-0DCFCC61813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AD5AA07-FB9B-8AA9-BA59-C0C12F0CDB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D03F5B8-F63A-E710-0309-B3B9089D4C42}"/>
              </a:ext>
            </a:extLst>
          </p:cNvPr>
          <p:cNvSpPr>
            <a:spLocks noGrp="1"/>
          </p:cNvSpPr>
          <p:nvPr>
            <p:ph type="dt" sz="half" idx="10"/>
          </p:nvPr>
        </p:nvSpPr>
        <p:spPr/>
        <p:txBody>
          <a:bodyPr/>
          <a:lstStyle/>
          <a:p>
            <a:fld id="{3A7D575B-6155-4296-A8F6-AE3126889C7C}" type="datetimeFigureOut">
              <a:rPr lang="en-GB" smtClean="0"/>
              <a:t>12/01/2026</a:t>
            </a:fld>
            <a:endParaRPr lang="en-GB"/>
          </a:p>
        </p:txBody>
      </p:sp>
      <p:sp>
        <p:nvSpPr>
          <p:cNvPr id="5" name="Footer Placeholder 4">
            <a:extLst>
              <a:ext uri="{FF2B5EF4-FFF2-40B4-BE49-F238E27FC236}">
                <a16:creationId xmlns:a16="http://schemas.microsoft.com/office/drawing/2014/main" id="{4DF12A3A-DA99-46C2-FDB6-BB265CC548B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674EA2D-84D6-8185-727E-5D462E35AA2A}"/>
              </a:ext>
            </a:extLst>
          </p:cNvPr>
          <p:cNvSpPr>
            <a:spLocks noGrp="1"/>
          </p:cNvSpPr>
          <p:nvPr>
            <p:ph type="sldNum" sz="quarter" idx="12"/>
          </p:nvPr>
        </p:nvSpPr>
        <p:spPr/>
        <p:txBody>
          <a:bodyPr/>
          <a:lstStyle/>
          <a:p>
            <a:fld id="{9D81DF85-F6E6-4BF1-B2D5-B0FB0A416C0B}" type="slidenum">
              <a:rPr lang="en-GB" smtClean="0"/>
              <a:t>‹#›</a:t>
            </a:fld>
            <a:endParaRPr lang="en-GB"/>
          </a:p>
        </p:txBody>
      </p:sp>
    </p:spTree>
    <p:extLst>
      <p:ext uri="{BB962C8B-B14F-4D97-AF65-F5344CB8AC3E}">
        <p14:creationId xmlns:p14="http://schemas.microsoft.com/office/powerpoint/2010/main" val="2497843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DEB434-3DF5-3FB7-01C6-D5C22405BC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72F2EA6-DDDD-A609-4C84-DB8748E223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FA88FDA-D54A-5FDC-0667-77424BE52F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7D575B-6155-4296-A8F6-AE3126889C7C}" type="datetimeFigureOut">
              <a:rPr lang="en-GB" smtClean="0"/>
              <a:t>12/01/2026</a:t>
            </a:fld>
            <a:endParaRPr lang="en-GB"/>
          </a:p>
        </p:txBody>
      </p:sp>
      <p:sp>
        <p:nvSpPr>
          <p:cNvPr id="5" name="Footer Placeholder 4">
            <a:extLst>
              <a:ext uri="{FF2B5EF4-FFF2-40B4-BE49-F238E27FC236}">
                <a16:creationId xmlns:a16="http://schemas.microsoft.com/office/drawing/2014/main" id="{C94238FE-2943-127D-8EF5-9D7CC0B22C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BBCC3B1-AFC8-5384-CA40-580B6C9932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81DF85-F6E6-4BF1-B2D5-B0FB0A416C0B}" type="slidenum">
              <a:rPr lang="en-GB" smtClean="0"/>
              <a:t>‹#›</a:t>
            </a:fld>
            <a:endParaRPr lang="en-GB"/>
          </a:p>
        </p:txBody>
      </p:sp>
    </p:spTree>
    <p:extLst>
      <p:ext uri="{BB962C8B-B14F-4D97-AF65-F5344CB8AC3E}">
        <p14:creationId xmlns:p14="http://schemas.microsoft.com/office/powerpoint/2010/main" val="17297483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34139A-3DAB-7387-5610-B57BCD078B29}"/>
              </a:ext>
            </a:extLst>
          </p:cNvPr>
          <p:cNvSpPr txBox="1"/>
          <p:nvPr/>
        </p:nvSpPr>
        <p:spPr>
          <a:xfrm>
            <a:off x="808458" y="806462"/>
            <a:ext cx="11023658" cy="2585323"/>
          </a:xfrm>
          <a:prstGeom prst="rect">
            <a:avLst/>
          </a:prstGeom>
          <a:noFill/>
        </p:spPr>
        <p:txBody>
          <a:bodyPr wrap="square">
            <a:spAutoFit/>
          </a:bodyPr>
          <a:lstStyle/>
          <a:p>
            <a:pPr algn="just"/>
            <a:r>
              <a:rPr lang="es-ES" b="1" dirty="0">
                <a:latin typeface="Helvetica" pitchFamily="2" charset="0"/>
              </a:rPr>
              <a:t>Con referencia</a:t>
            </a:r>
          </a:p>
          <a:p>
            <a:pPr algn="just"/>
            <a:endParaRPr lang="es-ES" b="1" dirty="0">
              <a:latin typeface="Helvetica" pitchFamily="2" charset="0"/>
            </a:endParaRPr>
          </a:p>
          <a:p>
            <a:pPr algn="just"/>
            <a:r>
              <a:rPr lang="es-ES" dirty="0">
                <a:latin typeface="Helvetica" pitchFamily="2" charset="0"/>
              </a:rPr>
              <a:t> Formato de cuento:</a:t>
            </a:r>
          </a:p>
          <a:p>
            <a:pPr algn="just"/>
            <a:endParaRPr lang="es-ES" dirty="0">
              <a:latin typeface="Helvetica" pitchFamily="2" charset="0"/>
            </a:endParaRPr>
          </a:p>
          <a:p>
            <a:pPr marL="342900" indent="-342900" algn="just">
              <a:buAutoNum type="arabicPeriod"/>
            </a:pPr>
            <a:r>
              <a:rPr lang="es-ES" dirty="0">
                <a:latin typeface="Helvetica" pitchFamily="2" charset="0"/>
              </a:rPr>
              <a:t>Introducción épica</a:t>
            </a:r>
          </a:p>
          <a:p>
            <a:pPr marL="342900" indent="-342900" algn="just">
              <a:buAutoNum type="arabicPeriod"/>
            </a:pPr>
            <a:r>
              <a:rPr lang="es-ES" dirty="0">
                <a:latin typeface="Helvetica" pitchFamily="2" charset="0"/>
              </a:rPr>
              <a:t>Clímax dramático</a:t>
            </a:r>
          </a:p>
          <a:p>
            <a:pPr marL="342900" indent="-342900" algn="just">
              <a:buAutoNum type="arabicPeriod"/>
            </a:pPr>
            <a:r>
              <a:rPr lang="es-ES" dirty="0">
                <a:latin typeface="Helvetica" pitchFamily="2" charset="0"/>
              </a:rPr>
              <a:t>Desenlace con giro inesperado </a:t>
            </a:r>
          </a:p>
          <a:p>
            <a:pPr marL="342900" indent="-342900" algn="just">
              <a:buAutoNum type="arabicPeriod"/>
            </a:pPr>
            <a:r>
              <a:rPr lang="es-ES" dirty="0">
                <a:latin typeface="Helvetica" pitchFamily="2" charset="0"/>
              </a:rPr>
              <a:t>Ideas para el título y un </a:t>
            </a:r>
            <a:r>
              <a:rPr lang="es-ES" dirty="0" err="1">
                <a:latin typeface="Helvetica" pitchFamily="2" charset="0"/>
              </a:rPr>
              <a:t>thumbnail</a:t>
            </a:r>
            <a:endParaRPr lang="es-ES" dirty="0">
              <a:latin typeface="Helvetica" pitchFamily="2" charset="0"/>
            </a:endParaRPr>
          </a:p>
          <a:p>
            <a:pPr algn="just">
              <a:buFont typeface="+mj-lt"/>
              <a:buAutoNum type="arabicPeriod"/>
            </a:pPr>
            <a:endParaRPr lang="es-ES" dirty="0">
              <a:latin typeface="Helvetica" pitchFamily="2" charset="0"/>
            </a:endParaRPr>
          </a:p>
        </p:txBody>
      </p:sp>
    </p:spTree>
    <p:extLst>
      <p:ext uri="{BB962C8B-B14F-4D97-AF65-F5344CB8AC3E}">
        <p14:creationId xmlns:p14="http://schemas.microsoft.com/office/powerpoint/2010/main" val="1776650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ED812F-FC17-4534-2AC1-DA5A053C1777}"/>
              </a:ext>
            </a:extLst>
          </p:cNvPr>
          <p:cNvPicPr>
            <a:picLocks noChangeAspect="1"/>
          </p:cNvPicPr>
          <p:nvPr/>
        </p:nvPicPr>
        <p:blipFill>
          <a:blip r:embed="rId3"/>
          <a:stretch>
            <a:fillRect/>
          </a:stretch>
        </p:blipFill>
        <p:spPr>
          <a:xfrm>
            <a:off x="1687643" y="1518811"/>
            <a:ext cx="8817727" cy="2862567"/>
          </a:xfrm>
          <a:prstGeom prst="rect">
            <a:avLst/>
          </a:prstGeom>
        </p:spPr>
      </p:pic>
    </p:spTree>
    <p:extLst>
      <p:ext uri="{BB962C8B-B14F-4D97-AF65-F5344CB8AC3E}">
        <p14:creationId xmlns:p14="http://schemas.microsoft.com/office/powerpoint/2010/main" val="3278397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tree&#10;&#10;Description automatically generated">
            <a:extLst>
              <a:ext uri="{FF2B5EF4-FFF2-40B4-BE49-F238E27FC236}">
                <a16:creationId xmlns:a16="http://schemas.microsoft.com/office/drawing/2014/main" id="{BD03F7B3-3073-2AE4-3BBE-3169B9FC95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0921" y="861785"/>
            <a:ext cx="10110158" cy="5134429"/>
          </a:xfrm>
          <a:prstGeom prst="rect">
            <a:avLst/>
          </a:prstGeom>
        </p:spPr>
      </p:pic>
    </p:spTree>
    <p:extLst>
      <p:ext uri="{BB962C8B-B14F-4D97-AF65-F5344CB8AC3E}">
        <p14:creationId xmlns:p14="http://schemas.microsoft.com/office/powerpoint/2010/main" val="2424855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D7913C-FD5E-59F1-9455-11EC02112E85}"/>
              </a:ext>
            </a:extLst>
          </p:cNvPr>
          <p:cNvPicPr>
            <a:picLocks noChangeAspect="1"/>
          </p:cNvPicPr>
          <p:nvPr/>
        </p:nvPicPr>
        <p:blipFill>
          <a:blip r:embed="rId3"/>
          <a:stretch>
            <a:fillRect/>
          </a:stretch>
        </p:blipFill>
        <p:spPr>
          <a:xfrm>
            <a:off x="1214155" y="483079"/>
            <a:ext cx="9689634" cy="5766618"/>
          </a:xfrm>
          <a:prstGeom prst="rect">
            <a:avLst/>
          </a:prstGeom>
        </p:spPr>
      </p:pic>
    </p:spTree>
    <p:extLst>
      <p:ext uri="{BB962C8B-B14F-4D97-AF65-F5344CB8AC3E}">
        <p14:creationId xmlns:p14="http://schemas.microsoft.com/office/powerpoint/2010/main" val="277797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E7ED02-380B-6212-A4A0-558C952D26D6}"/>
              </a:ext>
            </a:extLst>
          </p:cNvPr>
          <p:cNvPicPr>
            <a:picLocks noChangeAspect="1"/>
          </p:cNvPicPr>
          <p:nvPr/>
        </p:nvPicPr>
        <p:blipFill>
          <a:blip r:embed="rId3"/>
          <a:stretch>
            <a:fillRect/>
          </a:stretch>
        </p:blipFill>
        <p:spPr>
          <a:xfrm>
            <a:off x="1686630" y="1518811"/>
            <a:ext cx="8817727" cy="2338113"/>
          </a:xfrm>
          <a:prstGeom prst="rect">
            <a:avLst/>
          </a:prstGeom>
        </p:spPr>
      </p:pic>
    </p:spTree>
    <p:extLst>
      <p:ext uri="{BB962C8B-B14F-4D97-AF65-F5344CB8AC3E}">
        <p14:creationId xmlns:p14="http://schemas.microsoft.com/office/powerpoint/2010/main" val="3408535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66EE41-B7DF-959B-5E76-8B4E335D8C5F}"/>
              </a:ext>
            </a:extLst>
          </p:cNvPr>
          <p:cNvPicPr>
            <a:picLocks noChangeAspect="1"/>
          </p:cNvPicPr>
          <p:nvPr/>
        </p:nvPicPr>
        <p:blipFill>
          <a:blip r:embed="rId3"/>
          <a:stretch>
            <a:fillRect/>
          </a:stretch>
        </p:blipFill>
        <p:spPr>
          <a:xfrm>
            <a:off x="2162157" y="1360136"/>
            <a:ext cx="7867686" cy="4591280"/>
          </a:xfrm>
          <a:prstGeom prst="rect">
            <a:avLst/>
          </a:prstGeom>
        </p:spPr>
      </p:pic>
    </p:spTree>
    <p:extLst>
      <p:ext uri="{BB962C8B-B14F-4D97-AF65-F5344CB8AC3E}">
        <p14:creationId xmlns:p14="http://schemas.microsoft.com/office/powerpoint/2010/main" val="2614694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CC6FB7A-6D9A-7B29-B44C-8F00BA9BBA37}"/>
              </a:ext>
            </a:extLst>
          </p:cNvPr>
          <p:cNvPicPr>
            <a:picLocks noChangeAspect="1"/>
          </p:cNvPicPr>
          <p:nvPr/>
        </p:nvPicPr>
        <p:blipFill>
          <a:blip r:embed="rId3"/>
          <a:stretch>
            <a:fillRect/>
          </a:stretch>
        </p:blipFill>
        <p:spPr>
          <a:xfrm>
            <a:off x="117167" y="1528186"/>
            <a:ext cx="11957665" cy="5181866"/>
          </a:xfrm>
          <a:prstGeom prst="rect">
            <a:avLst/>
          </a:prstGeom>
        </p:spPr>
      </p:pic>
      <p:sp>
        <p:nvSpPr>
          <p:cNvPr id="6" name="TextBox 5">
            <a:extLst>
              <a:ext uri="{FF2B5EF4-FFF2-40B4-BE49-F238E27FC236}">
                <a16:creationId xmlns:a16="http://schemas.microsoft.com/office/drawing/2014/main" id="{1F850128-5E26-F9E5-400B-389E292A5F1C}"/>
              </a:ext>
            </a:extLst>
          </p:cNvPr>
          <p:cNvSpPr txBox="1"/>
          <p:nvPr/>
        </p:nvSpPr>
        <p:spPr>
          <a:xfrm>
            <a:off x="1733158" y="742490"/>
            <a:ext cx="7561685" cy="461665"/>
          </a:xfrm>
          <a:prstGeom prst="rect">
            <a:avLst/>
          </a:prstGeom>
          <a:noFill/>
        </p:spPr>
        <p:txBody>
          <a:bodyPr wrap="none" rtlCol="0">
            <a:spAutoFit/>
          </a:bodyPr>
          <a:lstStyle/>
          <a:p>
            <a:r>
              <a:rPr lang="es-ES" sz="2400" dirty="0" err="1">
                <a:latin typeface="Helvetica" pitchFamily="2" charset="0"/>
                <a:cs typeface="Arial" panose="020B0604020202020204" pitchFamily="34" charset="0"/>
              </a:rPr>
              <a:t>Customs</a:t>
            </a:r>
            <a:r>
              <a:rPr lang="es-ES" sz="2400" dirty="0">
                <a:latin typeface="Helvetica" pitchFamily="2" charset="0"/>
                <a:cs typeface="Arial" panose="020B0604020202020204" pitchFamily="34" charset="0"/>
              </a:rPr>
              <a:t> </a:t>
            </a:r>
            <a:r>
              <a:rPr lang="es-ES" sz="2400" dirty="0" err="1">
                <a:latin typeface="Helvetica" pitchFamily="2" charset="0"/>
                <a:cs typeface="Arial" panose="020B0604020202020204" pitchFamily="34" charset="0"/>
              </a:rPr>
              <a:t>instructions</a:t>
            </a:r>
            <a:r>
              <a:rPr lang="es-ES" sz="2400" dirty="0">
                <a:latin typeface="Helvetica" pitchFamily="2" charset="0"/>
                <a:cs typeface="Arial" panose="020B0604020202020204" pitchFamily="34" charset="0"/>
              </a:rPr>
              <a:t>  --  Instrucciones personalizadas</a:t>
            </a:r>
            <a:endParaRPr lang="en-GB" sz="2400" dirty="0">
              <a:latin typeface="Helvetica" pitchFamily="2" charset="0"/>
              <a:cs typeface="Arial" panose="020B0604020202020204" pitchFamily="34" charset="0"/>
            </a:endParaRPr>
          </a:p>
        </p:txBody>
      </p:sp>
    </p:spTree>
    <p:extLst>
      <p:ext uri="{BB962C8B-B14F-4D97-AF65-F5344CB8AC3E}">
        <p14:creationId xmlns:p14="http://schemas.microsoft.com/office/powerpoint/2010/main" val="3472446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9AA946-5126-A463-B74F-322F597A1A69}"/>
              </a:ext>
            </a:extLst>
          </p:cNvPr>
          <p:cNvSpPr txBox="1"/>
          <p:nvPr/>
        </p:nvSpPr>
        <p:spPr>
          <a:xfrm>
            <a:off x="1733158" y="742490"/>
            <a:ext cx="7561685" cy="461665"/>
          </a:xfrm>
          <a:prstGeom prst="rect">
            <a:avLst/>
          </a:prstGeom>
          <a:noFill/>
        </p:spPr>
        <p:txBody>
          <a:bodyPr wrap="none" rtlCol="0">
            <a:spAutoFit/>
          </a:bodyPr>
          <a:lstStyle/>
          <a:p>
            <a:r>
              <a:rPr lang="es-ES" sz="2400" dirty="0" err="1">
                <a:latin typeface="Helvetica" pitchFamily="2" charset="0"/>
                <a:cs typeface="Arial" panose="020B0604020202020204" pitchFamily="34" charset="0"/>
              </a:rPr>
              <a:t>Customs</a:t>
            </a:r>
            <a:r>
              <a:rPr lang="es-ES" sz="2400" dirty="0">
                <a:latin typeface="Helvetica" pitchFamily="2" charset="0"/>
                <a:cs typeface="Arial" panose="020B0604020202020204" pitchFamily="34" charset="0"/>
              </a:rPr>
              <a:t> </a:t>
            </a:r>
            <a:r>
              <a:rPr lang="es-ES" sz="2400" dirty="0" err="1">
                <a:latin typeface="Helvetica" pitchFamily="2" charset="0"/>
                <a:cs typeface="Arial" panose="020B0604020202020204" pitchFamily="34" charset="0"/>
              </a:rPr>
              <a:t>instructions</a:t>
            </a:r>
            <a:r>
              <a:rPr lang="es-ES" sz="2400" dirty="0">
                <a:latin typeface="Helvetica" pitchFamily="2" charset="0"/>
                <a:cs typeface="Arial" panose="020B0604020202020204" pitchFamily="34" charset="0"/>
              </a:rPr>
              <a:t>  --  Instrucciones personalizadas</a:t>
            </a:r>
            <a:endParaRPr lang="en-GB" sz="2400" dirty="0">
              <a:latin typeface="Helvetica" pitchFamily="2" charset="0"/>
              <a:cs typeface="Arial" panose="020B0604020202020204" pitchFamily="34" charset="0"/>
            </a:endParaRPr>
          </a:p>
        </p:txBody>
      </p:sp>
      <p:pic>
        <p:nvPicPr>
          <p:cNvPr id="4" name="Picture 3">
            <a:extLst>
              <a:ext uri="{FF2B5EF4-FFF2-40B4-BE49-F238E27FC236}">
                <a16:creationId xmlns:a16="http://schemas.microsoft.com/office/drawing/2014/main" id="{ECB6D2D9-D72B-0AC2-3FD1-4C5DD287633A}"/>
              </a:ext>
            </a:extLst>
          </p:cNvPr>
          <p:cNvPicPr>
            <a:picLocks noChangeAspect="1"/>
          </p:cNvPicPr>
          <p:nvPr/>
        </p:nvPicPr>
        <p:blipFill>
          <a:blip r:embed="rId3"/>
          <a:stretch>
            <a:fillRect/>
          </a:stretch>
        </p:blipFill>
        <p:spPr>
          <a:xfrm>
            <a:off x="0" y="1865697"/>
            <a:ext cx="12192000" cy="4992303"/>
          </a:xfrm>
          <a:prstGeom prst="rect">
            <a:avLst/>
          </a:prstGeom>
        </p:spPr>
      </p:pic>
    </p:spTree>
    <p:extLst>
      <p:ext uri="{BB962C8B-B14F-4D97-AF65-F5344CB8AC3E}">
        <p14:creationId xmlns:p14="http://schemas.microsoft.com/office/powerpoint/2010/main" val="3385477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AFCE29-4724-7871-D963-23A3E046A6C8}"/>
              </a:ext>
            </a:extLst>
          </p:cNvPr>
          <p:cNvPicPr>
            <a:picLocks noChangeAspect="1"/>
          </p:cNvPicPr>
          <p:nvPr/>
        </p:nvPicPr>
        <p:blipFill>
          <a:blip r:embed="rId3"/>
          <a:stretch>
            <a:fillRect/>
          </a:stretch>
        </p:blipFill>
        <p:spPr>
          <a:xfrm>
            <a:off x="100756" y="1466491"/>
            <a:ext cx="11976225" cy="5344203"/>
          </a:xfrm>
          <a:prstGeom prst="rect">
            <a:avLst/>
          </a:prstGeom>
        </p:spPr>
      </p:pic>
      <p:sp>
        <p:nvSpPr>
          <p:cNvPr id="2" name="TextBox 1">
            <a:extLst>
              <a:ext uri="{FF2B5EF4-FFF2-40B4-BE49-F238E27FC236}">
                <a16:creationId xmlns:a16="http://schemas.microsoft.com/office/drawing/2014/main" id="{0B7530F0-1938-318B-10B3-B3F8BB59AA56}"/>
              </a:ext>
            </a:extLst>
          </p:cNvPr>
          <p:cNvSpPr txBox="1"/>
          <p:nvPr/>
        </p:nvSpPr>
        <p:spPr>
          <a:xfrm>
            <a:off x="1733158" y="742490"/>
            <a:ext cx="7561685" cy="461665"/>
          </a:xfrm>
          <a:prstGeom prst="rect">
            <a:avLst/>
          </a:prstGeom>
          <a:noFill/>
        </p:spPr>
        <p:txBody>
          <a:bodyPr wrap="none" rtlCol="0">
            <a:spAutoFit/>
          </a:bodyPr>
          <a:lstStyle/>
          <a:p>
            <a:r>
              <a:rPr lang="es-ES" sz="2400" dirty="0" err="1">
                <a:latin typeface="Helvetica" pitchFamily="2" charset="0"/>
                <a:cs typeface="Arial" panose="020B0604020202020204" pitchFamily="34" charset="0"/>
              </a:rPr>
              <a:t>Customs</a:t>
            </a:r>
            <a:r>
              <a:rPr lang="es-ES" sz="2400" dirty="0">
                <a:latin typeface="Helvetica" pitchFamily="2" charset="0"/>
                <a:cs typeface="Arial" panose="020B0604020202020204" pitchFamily="34" charset="0"/>
              </a:rPr>
              <a:t> </a:t>
            </a:r>
            <a:r>
              <a:rPr lang="es-ES" sz="2400" dirty="0" err="1">
                <a:latin typeface="Helvetica" pitchFamily="2" charset="0"/>
                <a:cs typeface="Arial" panose="020B0604020202020204" pitchFamily="34" charset="0"/>
              </a:rPr>
              <a:t>instructions</a:t>
            </a:r>
            <a:r>
              <a:rPr lang="es-ES" sz="2400" dirty="0">
                <a:latin typeface="Helvetica" pitchFamily="2" charset="0"/>
                <a:cs typeface="Arial" panose="020B0604020202020204" pitchFamily="34" charset="0"/>
              </a:rPr>
              <a:t>  --  Instrucciones personalizadas</a:t>
            </a:r>
            <a:endParaRPr lang="en-GB" sz="2400" dirty="0">
              <a:latin typeface="Helvetica" pitchFamily="2" charset="0"/>
              <a:cs typeface="Arial" panose="020B0604020202020204" pitchFamily="34" charset="0"/>
            </a:endParaRPr>
          </a:p>
        </p:txBody>
      </p:sp>
    </p:spTree>
    <p:extLst>
      <p:ext uri="{BB962C8B-B14F-4D97-AF65-F5344CB8AC3E}">
        <p14:creationId xmlns:p14="http://schemas.microsoft.com/office/powerpoint/2010/main" val="3151462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638747-3A69-F427-DA22-81A198BE926F}"/>
              </a:ext>
            </a:extLst>
          </p:cNvPr>
          <p:cNvPicPr>
            <a:picLocks noChangeAspect="1"/>
          </p:cNvPicPr>
          <p:nvPr/>
        </p:nvPicPr>
        <p:blipFill>
          <a:blip r:embed="rId3"/>
          <a:stretch>
            <a:fillRect/>
          </a:stretch>
        </p:blipFill>
        <p:spPr>
          <a:xfrm>
            <a:off x="46778" y="1569042"/>
            <a:ext cx="12058957" cy="5226833"/>
          </a:xfrm>
          <a:prstGeom prst="rect">
            <a:avLst/>
          </a:prstGeom>
        </p:spPr>
      </p:pic>
      <p:sp>
        <p:nvSpPr>
          <p:cNvPr id="2" name="TextBox 1">
            <a:extLst>
              <a:ext uri="{FF2B5EF4-FFF2-40B4-BE49-F238E27FC236}">
                <a16:creationId xmlns:a16="http://schemas.microsoft.com/office/drawing/2014/main" id="{C71FD3D7-0D5C-EB42-2E6E-2EA7778D2A7C}"/>
              </a:ext>
            </a:extLst>
          </p:cNvPr>
          <p:cNvSpPr txBox="1"/>
          <p:nvPr/>
        </p:nvSpPr>
        <p:spPr>
          <a:xfrm>
            <a:off x="1733158" y="742490"/>
            <a:ext cx="7561685" cy="461665"/>
          </a:xfrm>
          <a:prstGeom prst="rect">
            <a:avLst/>
          </a:prstGeom>
          <a:noFill/>
        </p:spPr>
        <p:txBody>
          <a:bodyPr wrap="none" rtlCol="0">
            <a:spAutoFit/>
          </a:bodyPr>
          <a:lstStyle/>
          <a:p>
            <a:r>
              <a:rPr lang="es-ES" sz="2400" dirty="0" err="1">
                <a:latin typeface="Helvetica" pitchFamily="2" charset="0"/>
                <a:cs typeface="Arial" panose="020B0604020202020204" pitchFamily="34" charset="0"/>
              </a:rPr>
              <a:t>Customs</a:t>
            </a:r>
            <a:r>
              <a:rPr lang="es-ES" sz="2400" dirty="0">
                <a:latin typeface="Helvetica" pitchFamily="2" charset="0"/>
                <a:cs typeface="Arial" panose="020B0604020202020204" pitchFamily="34" charset="0"/>
              </a:rPr>
              <a:t> </a:t>
            </a:r>
            <a:r>
              <a:rPr lang="es-ES" sz="2400" dirty="0" err="1">
                <a:latin typeface="Helvetica" pitchFamily="2" charset="0"/>
                <a:cs typeface="Arial" panose="020B0604020202020204" pitchFamily="34" charset="0"/>
              </a:rPr>
              <a:t>instructions</a:t>
            </a:r>
            <a:r>
              <a:rPr lang="es-ES" sz="2400" dirty="0">
                <a:latin typeface="Helvetica" pitchFamily="2" charset="0"/>
                <a:cs typeface="Arial" panose="020B0604020202020204" pitchFamily="34" charset="0"/>
              </a:rPr>
              <a:t>  --  Instrucciones personalizadas</a:t>
            </a:r>
            <a:endParaRPr lang="en-GB" sz="2400" dirty="0">
              <a:latin typeface="Helvetica" pitchFamily="2" charset="0"/>
              <a:cs typeface="Arial" panose="020B0604020202020204" pitchFamily="34" charset="0"/>
            </a:endParaRPr>
          </a:p>
        </p:txBody>
      </p:sp>
    </p:spTree>
    <p:extLst>
      <p:ext uri="{BB962C8B-B14F-4D97-AF65-F5344CB8AC3E}">
        <p14:creationId xmlns:p14="http://schemas.microsoft.com/office/powerpoint/2010/main" val="2610665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DF353C-59DD-F9C5-DA22-6D95CAEE7EC6}"/>
              </a:ext>
            </a:extLst>
          </p:cNvPr>
          <p:cNvPicPr>
            <a:picLocks noChangeAspect="1"/>
          </p:cNvPicPr>
          <p:nvPr/>
        </p:nvPicPr>
        <p:blipFill>
          <a:blip r:embed="rId3"/>
          <a:stretch>
            <a:fillRect/>
          </a:stretch>
        </p:blipFill>
        <p:spPr>
          <a:xfrm>
            <a:off x="83082" y="1452402"/>
            <a:ext cx="11992345" cy="5310713"/>
          </a:xfrm>
          <a:prstGeom prst="rect">
            <a:avLst/>
          </a:prstGeom>
        </p:spPr>
      </p:pic>
      <p:sp>
        <p:nvSpPr>
          <p:cNvPr id="2" name="TextBox 1">
            <a:extLst>
              <a:ext uri="{FF2B5EF4-FFF2-40B4-BE49-F238E27FC236}">
                <a16:creationId xmlns:a16="http://schemas.microsoft.com/office/drawing/2014/main" id="{18AC5819-48CA-FCF5-73EF-B6C6DAC905AB}"/>
              </a:ext>
            </a:extLst>
          </p:cNvPr>
          <p:cNvSpPr txBox="1"/>
          <p:nvPr/>
        </p:nvSpPr>
        <p:spPr>
          <a:xfrm>
            <a:off x="1733158" y="742490"/>
            <a:ext cx="7561685" cy="461665"/>
          </a:xfrm>
          <a:prstGeom prst="rect">
            <a:avLst/>
          </a:prstGeom>
          <a:noFill/>
        </p:spPr>
        <p:txBody>
          <a:bodyPr wrap="none" rtlCol="0">
            <a:spAutoFit/>
          </a:bodyPr>
          <a:lstStyle/>
          <a:p>
            <a:r>
              <a:rPr lang="es-ES" sz="2400" dirty="0" err="1">
                <a:latin typeface="Helvetica" pitchFamily="2" charset="0"/>
                <a:cs typeface="Arial" panose="020B0604020202020204" pitchFamily="34" charset="0"/>
              </a:rPr>
              <a:t>Customs</a:t>
            </a:r>
            <a:r>
              <a:rPr lang="es-ES" sz="2400" dirty="0">
                <a:latin typeface="Helvetica" pitchFamily="2" charset="0"/>
                <a:cs typeface="Arial" panose="020B0604020202020204" pitchFamily="34" charset="0"/>
              </a:rPr>
              <a:t> </a:t>
            </a:r>
            <a:r>
              <a:rPr lang="es-ES" sz="2400" dirty="0" err="1">
                <a:latin typeface="Helvetica" pitchFamily="2" charset="0"/>
                <a:cs typeface="Arial" panose="020B0604020202020204" pitchFamily="34" charset="0"/>
              </a:rPr>
              <a:t>instructions</a:t>
            </a:r>
            <a:r>
              <a:rPr lang="es-ES" sz="2400" dirty="0">
                <a:latin typeface="Helvetica" pitchFamily="2" charset="0"/>
                <a:cs typeface="Arial" panose="020B0604020202020204" pitchFamily="34" charset="0"/>
              </a:rPr>
              <a:t>  --  Instrucciones personalizadas</a:t>
            </a:r>
            <a:endParaRPr lang="en-GB" sz="2400" dirty="0">
              <a:latin typeface="Helvetica" pitchFamily="2" charset="0"/>
              <a:cs typeface="Arial" panose="020B0604020202020204" pitchFamily="34" charset="0"/>
            </a:endParaRPr>
          </a:p>
        </p:txBody>
      </p:sp>
    </p:spTree>
    <p:extLst>
      <p:ext uri="{BB962C8B-B14F-4D97-AF65-F5344CB8AC3E}">
        <p14:creationId xmlns:p14="http://schemas.microsoft.com/office/powerpoint/2010/main" val="3290749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351F8C-1B6D-1AA4-846F-DB86A3FE741B}"/>
              </a:ext>
            </a:extLst>
          </p:cNvPr>
          <p:cNvPicPr>
            <a:picLocks noChangeAspect="1"/>
          </p:cNvPicPr>
          <p:nvPr/>
        </p:nvPicPr>
        <p:blipFill>
          <a:blip r:embed="rId3"/>
          <a:stretch>
            <a:fillRect/>
          </a:stretch>
        </p:blipFill>
        <p:spPr>
          <a:xfrm>
            <a:off x="107648" y="1419091"/>
            <a:ext cx="11984475" cy="5305559"/>
          </a:xfrm>
          <a:prstGeom prst="rect">
            <a:avLst/>
          </a:prstGeom>
        </p:spPr>
      </p:pic>
      <p:sp>
        <p:nvSpPr>
          <p:cNvPr id="2" name="TextBox 1">
            <a:extLst>
              <a:ext uri="{FF2B5EF4-FFF2-40B4-BE49-F238E27FC236}">
                <a16:creationId xmlns:a16="http://schemas.microsoft.com/office/drawing/2014/main" id="{F2D2B931-B783-947B-55AB-D0CA2E8A6CC5}"/>
              </a:ext>
            </a:extLst>
          </p:cNvPr>
          <p:cNvSpPr txBox="1"/>
          <p:nvPr/>
        </p:nvSpPr>
        <p:spPr>
          <a:xfrm>
            <a:off x="1733158" y="742490"/>
            <a:ext cx="7561685" cy="461665"/>
          </a:xfrm>
          <a:prstGeom prst="rect">
            <a:avLst/>
          </a:prstGeom>
          <a:noFill/>
        </p:spPr>
        <p:txBody>
          <a:bodyPr wrap="none" rtlCol="0">
            <a:spAutoFit/>
          </a:bodyPr>
          <a:lstStyle/>
          <a:p>
            <a:r>
              <a:rPr lang="es-ES" sz="2400" dirty="0" err="1">
                <a:latin typeface="Helvetica" pitchFamily="2" charset="0"/>
                <a:cs typeface="Arial" panose="020B0604020202020204" pitchFamily="34" charset="0"/>
              </a:rPr>
              <a:t>Customs</a:t>
            </a:r>
            <a:r>
              <a:rPr lang="es-ES" sz="2400" dirty="0">
                <a:latin typeface="Helvetica" pitchFamily="2" charset="0"/>
                <a:cs typeface="Arial" panose="020B0604020202020204" pitchFamily="34" charset="0"/>
              </a:rPr>
              <a:t> </a:t>
            </a:r>
            <a:r>
              <a:rPr lang="es-ES" sz="2400" dirty="0" err="1">
                <a:latin typeface="Helvetica" pitchFamily="2" charset="0"/>
                <a:cs typeface="Arial" panose="020B0604020202020204" pitchFamily="34" charset="0"/>
              </a:rPr>
              <a:t>instructions</a:t>
            </a:r>
            <a:r>
              <a:rPr lang="es-ES" sz="2400" dirty="0">
                <a:latin typeface="Helvetica" pitchFamily="2" charset="0"/>
                <a:cs typeface="Arial" panose="020B0604020202020204" pitchFamily="34" charset="0"/>
              </a:rPr>
              <a:t>  --  Instrucciones personalizadas</a:t>
            </a:r>
            <a:endParaRPr lang="en-GB" sz="2400" dirty="0">
              <a:latin typeface="Helvetica" pitchFamily="2" charset="0"/>
              <a:cs typeface="Arial" panose="020B0604020202020204" pitchFamily="34" charset="0"/>
            </a:endParaRPr>
          </a:p>
        </p:txBody>
      </p:sp>
    </p:spTree>
    <p:extLst>
      <p:ext uri="{BB962C8B-B14F-4D97-AF65-F5344CB8AC3E}">
        <p14:creationId xmlns:p14="http://schemas.microsoft.com/office/powerpoint/2010/main" val="1200563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416CB4-474C-3987-99D4-BD100651153F}"/>
              </a:ext>
            </a:extLst>
          </p:cNvPr>
          <p:cNvPicPr>
            <a:picLocks noChangeAspect="1"/>
          </p:cNvPicPr>
          <p:nvPr/>
        </p:nvPicPr>
        <p:blipFill>
          <a:blip r:embed="rId3"/>
          <a:stretch>
            <a:fillRect/>
          </a:stretch>
        </p:blipFill>
        <p:spPr>
          <a:xfrm>
            <a:off x="148928" y="1299404"/>
            <a:ext cx="11965903" cy="5425246"/>
          </a:xfrm>
          <a:prstGeom prst="rect">
            <a:avLst/>
          </a:prstGeom>
        </p:spPr>
      </p:pic>
      <p:sp>
        <p:nvSpPr>
          <p:cNvPr id="2" name="TextBox 1">
            <a:extLst>
              <a:ext uri="{FF2B5EF4-FFF2-40B4-BE49-F238E27FC236}">
                <a16:creationId xmlns:a16="http://schemas.microsoft.com/office/drawing/2014/main" id="{F032B71E-D828-5F11-30B9-4389E74BD8D6}"/>
              </a:ext>
            </a:extLst>
          </p:cNvPr>
          <p:cNvSpPr txBox="1"/>
          <p:nvPr/>
        </p:nvSpPr>
        <p:spPr>
          <a:xfrm>
            <a:off x="1733158" y="742490"/>
            <a:ext cx="7561685" cy="461665"/>
          </a:xfrm>
          <a:prstGeom prst="rect">
            <a:avLst/>
          </a:prstGeom>
          <a:noFill/>
        </p:spPr>
        <p:txBody>
          <a:bodyPr wrap="none" rtlCol="0">
            <a:spAutoFit/>
          </a:bodyPr>
          <a:lstStyle/>
          <a:p>
            <a:r>
              <a:rPr lang="es-ES" sz="2400" dirty="0" err="1">
                <a:latin typeface="Helvetica" pitchFamily="2" charset="0"/>
                <a:cs typeface="Arial" panose="020B0604020202020204" pitchFamily="34" charset="0"/>
              </a:rPr>
              <a:t>Customs</a:t>
            </a:r>
            <a:r>
              <a:rPr lang="es-ES" sz="2400" dirty="0">
                <a:latin typeface="Helvetica" pitchFamily="2" charset="0"/>
                <a:cs typeface="Arial" panose="020B0604020202020204" pitchFamily="34" charset="0"/>
              </a:rPr>
              <a:t> </a:t>
            </a:r>
            <a:r>
              <a:rPr lang="es-ES" sz="2400" dirty="0" err="1">
                <a:latin typeface="Helvetica" pitchFamily="2" charset="0"/>
                <a:cs typeface="Arial" panose="020B0604020202020204" pitchFamily="34" charset="0"/>
              </a:rPr>
              <a:t>instructions</a:t>
            </a:r>
            <a:r>
              <a:rPr lang="es-ES" sz="2400" dirty="0">
                <a:latin typeface="Helvetica" pitchFamily="2" charset="0"/>
                <a:cs typeface="Arial" panose="020B0604020202020204" pitchFamily="34" charset="0"/>
              </a:rPr>
              <a:t>  --  Instrucciones personalizadas</a:t>
            </a:r>
            <a:endParaRPr lang="en-GB" sz="2400" dirty="0">
              <a:latin typeface="Helvetica" pitchFamily="2" charset="0"/>
              <a:cs typeface="Arial" panose="020B0604020202020204" pitchFamily="34" charset="0"/>
            </a:endParaRPr>
          </a:p>
        </p:txBody>
      </p:sp>
    </p:spTree>
    <p:extLst>
      <p:ext uri="{BB962C8B-B14F-4D97-AF65-F5344CB8AC3E}">
        <p14:creationId xmlns:p14="http://schemas.microsoft.com/office/powerpoint/2010/main" val="15768284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54A308B-DCD3-25B0-E686-2FF8B4ADEDA0}"/>
              </a:ext>
            </a:extLst>
          </p:cNvPr>
          <p:cNvPicPr>
            <a:picLocks noChangeAspect="1"/>
          </p:cNvPicPr>
          <p:nvPr/>
        </p:nvPicPr>
        <p:blipFill>
          <a:blip r:embed="rId3"/>
          <a:stretch>
            <a:fillRect/>
          </a:stretch>
        </p:blipFill>
        <p:spPr>
          <a:xfrm>
            <a:off x="179258" y="1416274"/>
            <a:ext cx="11707942" cy="5353474"/>
          </a:xfrm>
          <a:prstGeom prst="rect">
            <a:avLst/>
          </a:prstGeom>
        </p:spPr>
      </p:pic>
      <p:sp>
        <p:nvSpPr>
          <p:cNvPr id="6" name="TextBox 5">
            <a:extLst>
              <a:ext uri="{FF2B5EF4-FFF2-40B4-BE49-F238E27FC236}">
                <a16:creationId xmlns:a16="http://schemas.microsoft.com/office/drawing/2014/main" id="{D88879CD-687D-71C9-0541-019BFF3ADB32}"/>
              </a:ext>
            </a:extLst>
          </p:cNvPr>
          <p:cNvSpPr txBox="1"/>
          <p:nvPr/>
        </p:nvSpPr>
        <p:spPr>
          <a:xfrm>
            <a:off x="1733158" y="742490"/>
            <a:ext cx="7561685" cy="461665"/>
          </a:xfrm>
          <a:prstGeom prst="rect">
            <a:avLst/>
          </a:prstGeom>
          <a:noFill/>
        </p:spPr>
        <p:txBody>
          <a:bodyPr wrap="none" rtlCol="0">
            <a:spAutoFit/>
          </a:bodyPr>
          <a:lstStyle/>
          <a:p>
            <a:r>
              <a:rPr lang="es-ES" sz="2400" dirty="0" err="1">
                <a:latin typeface="Helvetica" pitchFamily="2" charset="0"/>
                <a:cs typeface="Arial" panose="020B0604020202020204" pitchFamily="34" charset="0"/>
              </a:rPr>
              <a:t>Customs</a:t>
            </a:r>
            <a:r>
              <a:rPr lang="es-ES" sz="2400" dirty="0">
                <a:latin typeface="Helvetica" pitchFamily="2" charset="0"/>
                <a:cs typeface="Arial" panose="020B0604020202020204" pitchFamily="34" charset="0"/>
              </a:rPr>
              <a:t> </a:t>
            </a:r>
            <a:r>
              <a:rPr lang="es-ES" sz="2400" dirty="0" err="1">
                <a:latin typeface="Helvetica" pitchFamily="2" charset="0"/>
                <a:cs typeface="Arial" panose="020B0604020202020204" pitchFamily="34" charset="0"/>
              </a:rPr>
              <a:t>instructions</a:t>
            </a:r>
            <a:r>
              <a:rPr lang="es-ES" sz="2400" dirty="0">
                <a:latin typeface="Helvetica" pitchFamily="2" charset="0"/>
                <a:cs typeface="Arial" panose="020B0604020202020204" pitchFamily="34" charset="0"/>
              </a:rPr>
              <a:t>  --  Instrucciones personalizadas</a:t>
            </a:r>
            <a:endParaRPr lang="en-GB" sz="2400" dirty="0">
              <a:latin typeface="Helvetica" pitchFamily="2" charset="0"/>
              <a:cs typeface="Arial" panose="020B0604020202020204" pitchFamily="34" charset="0"/>
            </a:endParaRPr>
          </a:p>
        </p:txBody>
      </p:sp>
    </p:spTree>
    <p:extLst>
      <p:ext uri="{BB962C8B-B14F-4D97-AF65-F5344CB8AC3E}">
        <p14:creationId xmlns:p14="http://schemas.microsoft.com/office/powerpoint/2010/main" val="4226074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7F34D10-CE41-ECE6-FA7E-AE287725BD73}"/>
              </a:ext>
            </a:extLst>
          </p:cNvPr>
          <p:cNvPicPr>
            <a:picLocks noChangeAspect="1"/>
          </p:cNvPicPr>
          <p:nvPr/>
        </p:nvPicPr>
        <p:blipFill>
          <a:blip r:embed="rId3"/>
          <a:stretch>
            <a:fillRect/>
          </a:stretch>
        </p:blipFill>
        <p:spPr>
          <a:xfrm>
            <a:off x="82276" y="1565156"/>
            <a:ext cx="12073832" cy="5216644"/>
          </a:xfrm>
          <a:prstGeom prst="rect">
            <a:avLst/>
          </a:prstGeom>
        </p:spPr>
      </p:pic>
      <p:sp>
        <p:nvSpPr>
          <p:cNvPr id="9" name="TextBox 8">
            <a:extLst>
              <a:ext uri="{FF2B5EF4-FFF2-40B4-BE49-F238E27FC236}">
                <a16:creationId xmlns:a16="http://schemas.microsoft.com/office/drawing/2014/main" id="{076E01C5-8601-F04E-A6EA-88F6FFE1AA66}"/>
              </a:ext>
            </a:extLst>
          </p:cNvPr>
          <p:cNvSpPr txBox="1"/>
          <p:nvPr/>
        </p:nvSpPr>
        <p:spPr>
          <a:xfrm>
            <a:off x="1733158" y="742490"/>
            <a:ext cx="7561685" cy="461665"/>
          </a:xfrm>
          <a:prstGeom prst="rect">
            <a:avLst/>
          </a:prstGeom>
          <a:noFill/>
        </p:spPr>
        <p:txBody>
          <a:bodyPr wrap="none" rtlCol="0">
            <a:spAutoFit/>
          </a:bodyPr>
          <a:lstStyle/>
          <a:p>
            <a:r>
              <a:rPr lang="es-ES" sz="2400" dirty="0" err="1">
                <a:latin typeface="Helvetica" pitchFamily="2" charset="0"/>
                <a:cs typeface="Arial" panose="020B0604020202020204" pitchFamily="34" charset="0"/>
              </a:rPr>
              <a:t>Customs</a:t>
            </a:r>
            <a:r>
              <a:rPr lang="es-ES" sz="2400" dirty="0">
                <a:latin typeface="Helvetica" pitchFamily="2" charset="0"/>
                <a:cs typeface="Arial" panose="020B0604020202020204" pitchFamily="34" charset="0"/>
              </a:rPr>
              <a:t> </a:t>
            </a:r>
            <a:r>
              <a:rPr lang="es-ES" sz="2400" dirty="0" err="1">
                <a:latin typeface="Helvetica" pitchFamily="2" charset="0"/>
                <a:cs typeface="Arial" panose="020B0604020202020204" pitchFamily="34" charset="0"/>
              </a:rPr>
              <a:t>instructions</a:t>
            </a:r>
            <a:r>
              <a:rPr lang="es-ES" sz="2400" dirty="0">
                <a:latin typeface="Helvetica" pitchFamily="2" charset="0"/>
                <a:cs typeface="Arial" panose="020B0604020202020204" pitchFamily="34" charset="0"/>
              </a:rPr>
              <a:t>  --  Instrucciones personalizadas</a:t>
            </a:r>
            <a:endParaRPr lang="en-GB" sz="2400" dirty="0">
              <a:latin typeface="Helvetica" pitchFamily="2" charset="0"/>
              <a:cs typeface="Arial" panose="020B0604020202020204" pitchFamily="34" charset="0"/>
            </a:endParaRPr>
          </a:p>
        </p:txBody>
      </p:sp>
    </p:spTree>
    <p:extLst>
      <p:ext uri="{BB962C8B-B14F-4D97-AF65-F5344CB8AC3E}">
        <p14:creationId xmlns:p14="http://schemas.microsoft.com/office/powerpoint/2010/main" val="632525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F73C9C1-7CE4-1218-3550-AA86AF0AF93A}"/>
              </a:ext>
            </a:extLst>
          </p:cNvPr>
          <p:cNvPicPr>
            <a:picLocks noChangeAspect="1"/>
          </p:cNvPicPr>
          <p:nvPr/>
        </p:nvPicPr>
        <p:blipFill>
          <a:blip r:embed="rId3"/>
          <a:stretch>
            <a:fillRect/>
          </a:stretch>
        </p:blipFill>
        <p:spPr>
          <a:xfrm>
            <a:off x="95250" y="1335814"/>
            <a:ext cx="11204846" cy="5484086"/>
          </a:xfrm>
          <a:prstGeom prst="rect">
            <a:avLst/>
          </a:prstGeom>
        </p:spPr>
      </p:pic>
      <p:sp>
        <p:nvSpPr>
          <p:cNvPr id="11" name="TextBox 10">
            <a:extLst>
              <a:ext uri="{FF2B5EF4-FFF2-40B4-BE49-F238E27FC236}">
                <a16:creationId xmlns:a16="http://schemas.microsoft.com/office/drawing/2014/main" id="{42BA1883-A60F-3BCB-4FFD-C895D30AAEAB}"/>
              </a:ext>
            </a:extLst>
          </p:cNvPr>
          <p:cNvSpPr txBox="1"/>
          <p:nvPr/>
        </p:nvSpPr>
        <p:spPr>
          <a:xfrm>
            <a:off x="1733158" y="742490"/>
            <a:ext cx="7561685" cy="461665"/>
          </a:xfrm>
          <a:prstGeom prst="rect">
            <a:avLst/>
          </a:prstGeom>
          <a:noFill/>
        </p:spPr>
        <p:txBody>
          <a:bodyPr wrap="none" rtlCol="0">
            <a:spAutoFit/>
          </a:bodyPr>
          <a:lstStyle/>
          <a:p>
            <a:r>
              <a:rPr lang="es-ES" sz="2400" dirty="0" err="1">
                <a:latin typeface="Helvetica" pitchFamily="2" charset="0"/>
                <a:cs typeface="Arial" panose="020B0604020202020204" pitchFamily="34" charset="0"/>
              </a:rPr>
              <a:t>Customs</a:t>
            </a:r>
            <a:r>
              <a:rPr lang="es-ES" sz="2400" dirty="0">
                <a:latin typeface="Helvetica" pitchFamily="2" charset="0"/>
                <a:cs typeface="Arial" panose="020B0604020202020204" pitchFamily="34" charset="0"/>
              </a:rPr>
              <a:t> </a:t>
            </a:r>
            <a:r>
              <a:rPr lang="es-ES" sz="2400" dirty="0" err="1">
                <a:latin typeface="Helvetica" pitchFamily="2" charset="0"/>
                <a:cs typeface="Arial" panose="020B0604020202020204" pitchFamily="34" charset="0"/>
              </a:rPr>
              <a:t>instructions</a:t>
            </a:r>
            <a:r>
              <a:rPr lang="es-ES" sz="2400" dirty="0">
                <a:latin typeface="Helvetica" pitchFamily="2" charset="0"/>
                <a:cs typeface="Arial" panose="020B0604020202020204" pitchFamily="34" charset="0"/>
              </a:rPr>
              <a:t>  --  Instrucciones personalizadas</a:t>
            </a:r>
            <a:endParaRPr lang="en-GB" sz="2400" dirty="0">
              <a:latin typeface="Helvetica" pitchFamily="2" charset="0"/>
              <a:cs typeface="Arial" panose="020B0604020202020204" pitchFamily="34" charset="0"/>
            </a:endParaRPr>
          </a:p>
        </p:txBody>
      </p:sp>
    </p:spTree>
    <p:extLst>
      <p:ext uri="{BB962C8B-B14F-4D97-AF65-F5344CB8AC3E}">
        <p14:creationId xmlns:p14="http://schemas.microsoft.com/office/powerpoint/2010/main" val="1047511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7E1D39-31EB-CCC6-50AA-9EC7E4D576A8}"/>
              </a:ext>
            </a:extLst>
          </p:cNvPr>
          <p:cNvSpPr txBox="1"/>
          <p:nvPr/>
        </p:nvSpPr>
        <p:spPr>
          <a:xfrm>
            <a:off x="1733158" y="742490"/>
            <a:ext cx="3163045" cy="461665"/>
          </a:xfrm>
          <a:prstGeom prst="rect">
            <a:avLst/>
          </a:prstGeom>
          <a:noFill/>
        </p:spPr>
        <p:txBody>
          <a:bodyPr wrap="none" rtlCol="0">
            <a:spAutoFit/>
          </a:bodyPr>
          <a:lstStyle/>
          <a:p>
            <a:r>
              <a:rPr lang="es-ES" sz="2400" dirty="0">
                <a:latin typeface="Helvetica" pitchFamily="2" charset="0"/>
                <a:cs typeface="Arial" panose="020B0604020202020204" pitchFamily="34" charset="0"/>
              </a:rPr>
              <a:t>Instrucciones directas</a:t>
            </a:r>
            <a:endParaRPr lang="en-GB" sz="2400" dirty="0">
              <a:latin typeface="Helvetica" pitchFamily="2" charset="0"/>
              <a:cs typeface="Arial" panose="020B0604020202020204" pitchFamily="34" charset="0"/>
            </a:endParaRPr>
          </a:p>
        </p:txBody>
      </p:sp>
      <p:sp>
        <p:nvSpPr>
          <p:cNvPr id="4" name="TextBox 3">
            <a:extLst>
              <a:ext uri="{FF2B5EF4-FFF2-40B4-BE49-F238E27FC236}">
                <a16:creationId xmlns:a16="http://schemas.microsoft.com/office/drawing/2014/main" id="{ED78A7F7-6CB3-5124-04B4-EFE19BD9D6BD}"/>
              </a:ext>
            </a:extLst>
          </p:cNvPr>
          <p:cNvSpPr txBox="1"/>
          <p:nvPr/>
        </p:nvSpPr>
        <p:spPr>
          <a:xfrm>
            <a:off x="1282014" y="1896929"/>
            <a:ext cx="10123272" cy="3785652"/>
          </a:xfrm>
          <a:prstGeom prst="rect">
            <a:avLst/>
          </a:prstGeom>
          <a:noFill/>
        </p:spPr>
        <p:txBody>
          <a:bodyPr wrap="square">
            <a:spAutoFit/>
          </a:bodyPr>
          <a:lstStyle/>
          <a:p>
            <a:pPr algn="just"/>
            <a:r>
              <a:rPr lang="en-GB" sz="2400" dirty="0"/>
              <a:t>I would like you to write a paragraph of about 200 words about a proposal for a final degree project on an app developed for Android to manage archery sports competitions for the degree in Computer Engineering, taking into account my writing style.</a:t>
            </a:r>
          </a:p>
          <a:p>
            <a:pPr algn="just"/>
            <a:endParaRPr lang="es-ES" sz="2400" dirty="0"/>
          </a:p>
          <a:p>
            <a:pPr algn="just"/>
            <a:r>
              <a:rPr lang="es-ES" sz="2400" dirty="0"/>
              <a:t>Me gustaría que escribieras un párrafo de unas 200 palabras sobre una propuesta trabajo de fin de grado sobre una app desarrollada para Android en la que se gestionará competiciones deportivas de tiro con arco para la titulación Ingeniería en Informática, teniendo en cuenta mi estilo de escritura.</a:t>
            </a:r>
          </a:p>
        </p:txBody>
      </p:sp>
    </p:spTree>
    <p:extLst>
      <p:ext uri="{BB962C8B-B14F-4D97-AF65-F5344CB8AC3E}">
        <p14:creationId xmlns:p14="http://schemas.microsoft.com/office/powerpoint/2010/main" val="3944121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10DB670-ACB2-DA4C-2057-5854A887A72C}"/>
              </a:ext>
            </a:extLst>
          </p:cNvPr>
          <p:cNvSpPr txBox="1"/>
          <p:nvPr/>
        </p:nvSpPr>
        <p:spPr>
          <a:xfrm>
            <a:off x="1733158" y="742490"/>
            <a:ext cx="3110147" cy="461665"/>
          </a:xfrm>
          <a:prstGeom prst="rect">
            <a:avLst/>
          </a:prstGeom>
          <a:noFill/>
        </p:spPr>
        <p:txBody>
          <a:bodyPr wrap="none" rtlCol="0">
            <a:spAutoFit/>
          </a:bodyPr>
          <a:lstStyle/>
          <a:p>
            <a:r>
              <a:rPr lang="es-ES" sz="2400" dirty="0">
                <a:latin typeface="Helvetica" pitchFamily="2" charset="0"/>
                <a:cs typeface="Arial" panose="020B0604020202020204" pitchFamily="34" charset="0"/>
              </a:rPr>
              <a:t>Críticas constructivas</a:t>
            </a:r>
            <a:endParaRPr lang="en-GB" sz="2400" dirty="0">
              <a:latin typeface="Helvetica" pitchFamily="2" charset="0"/>
              <a:cs typeface="Arial" panose="020B0604020202020204" pitchFamily="34" charset="0"/>
            </a:endParaRPr>
          </a:p>
        </p:txBody>
      </p:sp>
      <p:sp>
        <p:nvSpPr>
          <p:cNvPr id="3" name="TextBox 2">
            <a:extLst>
              <a:ext uri="{FF2B5EF4-FFF2-40B4-BE49-F238E27FC236}">
                <a16:creationId xmlns:a16="http://schemas.microsoft.com/office/drawing/2014/main" id="{6B503915-D405-5AE9-BD99-BFFA3996898C}"/>
              </a:ext>
            </a:extLst>
          </p:cNvPr>
          <p:cNvSpPr txBox="1"/>
          <p:nvPr/>
        </p:nvSpPr>
        <p:spPr>
          <a:xfrm>
            <a:off x="1294369" y="1988577"/>
            <a:ext cx="9752571" cy="3046988"/>
          </a:xfrm>
          <a:prstGeom prst="rect">
            <a:avLst/>
          </a:prstGeom>
          <a:noFill/>
        </p:spPr>
        <p:txBody>
          <a:bodyPr wrap="square">
            <a:spAutoFit/>
          </a:bodyPr>
          <a:lstStyle/>
          <a:p>
            <a:pPr algn="just"/>
            <a:r>
              <a:rPr lang="en-GB" sz="2400" dirty="0"/>
              <a:t>Write a short summary on why Python and excel can be a good combination for data analysts?</a:t>
            </a:r>
          </a:p>
          <a:p>
            <a:pPr algn="just"/>
            <a:r>
              <a:rPr lang="en-GB" sz="2400" dirty="0"/>
              <a:t>Now act as a critic, be ruthless, analyse the text, and tell me where it can be better.</a:t>
            </a:r>
          </a:p>
          <a:p>
            <a:pPr algn="just"/>
            <a:endParaRPr lang="en-GB" sz="2400" dirty="0"/>
          </a:p>
          <a:p>
            <a:pPr algn="just"/>
            <a:r>
              <a:rPr lang="en-GB" sz="2400" dirty="0"/>
              <a:t>Escribe un breve </a:t>
            </a:r>
            <a:r>
              <a:rPr lang="en-GB" sz="2400" dirty="0" err="1"/>
              <a:t>resumen</a:t>
            </a:r>
            <a:r>
              <a:rPr lang="en-GB" sz="2400" dirty="0"/>
              <a:t> </a:t>
            </a:r>
            <a:r>
              <a:rPr lang="en-GB" sz="2400" dirty="0" err="1"/>
              <a:t>sobre</a:t>
            </a:r>
            <a:r>
              <a:rPr lang="en-GB" sz="2400" dirty="0"/>
              <a:t> </a:t>
            </a:r>
            <a:r>
              <a:rPr lang="en-GB" sz="2400" dirty="0" err="1"/>
              <a:t>por</a:t>
            </a:r>
            <a:r>
              <a:rPr lang="en-GB" sz="2400" dirty="0"/>
              <a:t> </a:t>
            </a:r>
            <a:r>
              <a:rPr lang="en-GB" sz="2400" dirty="0" err="1"/>
              <a:t>qué</a:t>
            </a:r>
            <a:r>
              <a:rPr lang="en-GB" sz="2400" dirty="0"/>
              <a:t> Python y Excel </a:t>
            </a:r>
            <a:r>
              <a:rPr lang="en-GB" sz="2400" dirty="0" err="1"/>
              <a:t>pueden</a:t>
            </a:r>
            <a:r>
              <a:rPr lang="en-GB" sz="2400" dirty="0"/>
              <a:t> ser </a:t>
            </a:r>
            <a:r>
              <a:rPr lang="en-GB" sz="2400" dirty="0" err="1"/>
              <a:t>una</a:t>
            </a:r>
            <a:r>
              <a:rPr lang="en-GB" sz="2400" dirty="0"/>
              <a:t> </a:t>
            </a:r>
            <a:r>
              <a:rPr lang="en-GB" sz="2400" dirty="0" err="1"/>
              <a:t>buena</a:t>
            </a:r>
            <a:r>
              <a:rPr lang="en-GB" sz="2400" dirty="0"/>
              <a:t> </a:t>
            </a:r>
            <a:r>
              <a:rPr lang="en-GB" sz="2400" dirty="0" err="1"/>
              <a:t>combinación</a:t>
            </a:r>
            <a:r>
              <a:rPr lang="en-GB" sz="2400" dirty="0"/>
              <a:t> para </a:t>
            </a:r>
            <a:r>
              <a:rPr lang="en-GB" sz="2400" dirty="0" err="1"/>
              <a:t>los</a:t>
            </a:r>
            <a:r>
              <a:rPr lang="en-GB" sz="2400" dirty="0"/>
              <a:t> </a:t>
            </a:r>
            <a:r>
              <a:rPr lang="en-GB" sz="2400" dirty="0" err="1"/>
              <a:t>analistas</a:t>
            </a:r>
            <a:r>
              <a:rPr lang="en-GB" sz="2400" dirty="0"/>
              <a:t> de </a:t>
            </a:r>
            <a:r>
              <a:rPr lang="en-GB" sz="2400" dirty="0" err="1"/>
              <a:t>datos.Ahora</a:t>
            </a:r>
            <a:r>
              <a:rPr lang="en-GB" sz="2400" dirty="0"/>
              <a:t> </a:t>
            </a:r>
            <a:r>
              <a:rPr lang="en-GB" sz="2400" dirty="0" err="1"/>
              <a:t>actúa</a:t>
            </a:r>
            <a:r>
              <a:rPr lang="en-GB" sz="2400" dirty="0"/>
              <a:t> </a:t>
            </a:r>
            <a:r>
              <a:rPr lang="en-GB" sz="2400" dirty="0" err="1"/>
              <a:t>como</a:t>
            </a:r>
            <a:r>
              <a:rPr lang="en-GB" sz="2400" dirty="0"/>
              <a:t> un </a:t>
            </a:r>
            <a:r>
              <a:rPr lang="en-GB" sz="2400" dirty="0" err="1"/>
              <a:t>crítico</a:t>
            </a:r>
            <a:r>
              <a:rPr lang="en-GB" sz="2400" dirty="0"/>
              <a:t>, </a:t>
            </a:r>
            <a:r>
              <a:rPr lang="en-GB" sz="2400" dirty="0" err="1"/>
              <a:t>sé</a:t>
            </a:r>
            <a:r>
              <a:rPr lang="en-GB" sz="2400" dirty="0"/>
              <a:t> implacable, </a:t>
            </a:r>
            <a:r>
              <a:rPr lang="en-GB" sz="2400" dirty="0" err="1"/>
              <a:t>analiza</a:t>
            </a:r>
            <a:r>
              <a:rPr lang="en-GB" sz="2400" dirty="0"/>
              <a:t> </a:t>
            </a:r>
            <a:r>
              <a:rPr lang="en-GB" sz="2400" dirty="0" err="1"/>
              <a:t>el</a:t>
            </a:r>
            <a:r>
              <a:rPr lang="en-GB" sz="2400" dirty="0"/>
              <a:t> </a:t>
            </a:r>
            <a:r>
              <a:rPr lang="en-GB" sz="2400" dirty="0" err="1"/>
              <a:t>texto</a:t>
            </a:r>
            <a:r>
              <a:rPr lang="en-GB" sz="2400" dirty="0"/>
              <a:t> y dime </a:t>
            </a:r>
            <a:r>
              <a:rPr lang="en-GB" sz="2400" dirty="0" err="1"/>
              <a:t>dónde</a:t>
            </a:r>
            <a:r>
              <a:rPr lang="en-GB" sz="2400" dirty="0"/>
              <a:t> </a:t>
            </a:r>
            <a:r>
              <a:rPr lang="en-GB" sz="2400" dirty="0" err="1"/>
              <a:t>puede</a:t>
            </a:r>
            <a:r>
              <a:rPr lang="en-GB" sz="2400" dirty="0"/>
              <a:t> ser </a:t>
            </a:r>
            <a:r>
              <a:rPr lang="en-GB" sz="2400" dirty="0" err="1"/>
              <a:t>mejor</a:t>
            </a:r>
            <a:r>
              <a:rPr lang="en-GB" sz="2400" dirty="0"/>
              <a:t>.</a:t>
            </a:r>
          </a:p>
        </p:txBody>
      </p:sp>
    </p:spTree>
    <p:extLst>
      <p:ext uri="{BB962C8B-B14F-4D97-AF65-F5344CB8AC3E}">
        <p14:creationId xmlns:p14="http://schemas.microsoft.com/office/powerpoint/2010/main" val="1907470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10DB670-ACB2-DA4C-2057-5854A887A72C}"/>
              </a:ext>
            </a:extLst>
          </p:cNvPr>
          <p:cNvSpPr txBox="1"/>
          <p:nvPr/>
        </p:nvSpPr>
        <p:spPr>
          <a:xfrm>
            <a:off x="1733158" y="742490"/>
            <a:ext cx="2170787" cy="461665"/>
          </a:xfrm>
          <a:prstGeom prst="rect">
            <a:avLst/>
          </a:prstGeom>
          <a:noFill/>
        </p:spPr>
        <p:txBody>
          <a:bodyPr wrap="none" rtlCol="0">
            <a:spAutoFit/>
          </a:bodyPr>
          <a:lstStyle/>
          <a:p>
            <a:r>
              <a:rPr lang="es-ES" sz="2400" dirty="0" err="1">
                <a:latin typeface="Helvetica" pitchFamily="2" charset="0"/>
                <a:cs typeface="Arial" panose="020B0604020202020204" pitchFamily="34" charset="0"/>
              </a:rPr>
              <a:t>Self</a:t>
            </a:r>
            <a:r>
              <a:rPr lang="es-ES" sz="2400" dirty="0">
                <a:latin typeface="Helvetica" pitchFamily="2" charset="0"/>
                <a:cs typeface="Arial" panose="020B0604020202020204" pitchFamily="34" charset="0"/>
              </a:rPr>
              <a:t> </a:t>
            </a:r>
            <a:r>
              <a:rPr lang="es-ES" sz="2400" dirty="0" err="1">
                <a:latin typeface="Helvetica" pitchFamily="2" charset="0"/>
                <a:cs typeface="Arial" panose="020B0604020202020204" pitchFamily="34" charset="0"/>
              </a:rPr>
              <a:t>prompting</a:t>
            </a:r>
            <a:endParaRPr lang="en-GB" sz="2400" dirty="0">
              <a:latin typeface="Helvetica" pitchFamily="2" charset="0"/>
              <a:cs typeface="Arial" panose="020B0604020202020204" pitchFamily="34" charset="0"/>
            </a:endParaRPr>
          </a:p>
        </p:txBody>
      </p:sp>
      <p:sp>
        <p:nvSpPr>
          <p:cNvPr id="3" name="TextBox 2">
            <a:extLst>
              <a:ext uri="{FF2B5EF4-FFF2-40B4-BE49-F238E27FC236}">
                <a16:creationId xmlns:a16="http://schemas.microsoft.com/office/drawing/2014/main" id="{014A641B-8BDB-76D9-A060-4CB31A8AA80E}"/>
              </a:ext>
            </a:extLst>
          </p:cNvPr>
          <p:cNvSpPr txBox="1"/>
          <p:nvPr/>
        </p:nvSpPr>
        <p:spPr>
          <a:xfrm>
            <a:off x="1410418" y="1900542"/>
            <a:ext cx="9389853" cy="4154984"/>
          </a:xfrm>
          <a:prstGeom prst="rect">
            <a:avLst/>
          </a:prstGeom>
          <a:noFill/>
        </p:spPr>
        <p:txBody>
          <a:bodyPr wrap="square">
            <a:spAutoFit/>
          </a:bodyPr>
          <a:lstStyle/>
          <a:p>
            <a:pPr algn="just"/>
            <a:r>
              <a:rPr lang="en-GB" sz="2400" dirty="0"/>
              <a:t>Write 3 perfect ChatGPT prompts that showcase ChatGPT's capabilities. Focus the prompts around writing an email to my students encouraging them to participate in the subject's online forum. Before answering, ask me questions until you are sure you can create the optimal prompts. Or the best ones.</a:t>
            </a:r>
            <a:endParaRPr lang="es-ES" sz="2400" dirty="0"/>
          </a:p>
          <a:p>
            <a:pPr algn="just"/>
            <a:endParaRPr lang="es-ES" sz="2400" dirty="0"/>
          </a:p>
          <a:p>
            <a:pPr algn="just"/>
            <a:r>
              <a:rPr lang="es-ES" sz="2400" dirty="0"/>
              <a:t>Escribir 3 prompts de </a:t>
            </a:r>
            <a:r>
              <a:rPr lang="es-ES" sz="2400" dirty="0" err="1"/>
              <a:t>ChatGPT</a:t>
            </a:r>
            <a:r>
              <a:rPr lang="es-ES" sz="2400" dirty="0"/>
              <a:t> perfectos que muestren la capacidad de </a:t>
            </a:r>
            <a:r>
              <a:rPr lang="es-ES" sz="2400" dirty="0" err="1"/>
              <a:t>ChatGPT</a:t>
            </a:r>
            <a:r>
              <a:rPr lang="es-ES" sz="2400" dirty="0"/>
              <a:t>. Centrar los prompts en torno a escribir un email a mis alumnos animándolos a participar en el fórum online de la asignatura. Antes de responder, hazme preguntas hasta que estés seguro de que puedes crear los prompts óptimos. O los mejores.</a:t>
            </a:r>
          </a:p>
        </p:txBody>
      </p:sp>
    </p:spTree>
    <p:extLst>
      <p:ext uri="{BB962C8B-B14F-4D97-AF65-F5344CB8AC3E}">
        <p14:creationId xmlns:p14="http://schemas.microsoft.com/office/powerpoint/2010/main" val="39149659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10DB670-ACB2-DA4C-2057-5854A887A72C}"/>
              </a:ext>
            </a:extLst>
          </p:cNvPr>
          <p:cNvSpPr txBox="1"/>
          <p:nvPr/>
        </p:nvSpPr>
        <p:spPr>
          <a:xfrm>
            <a:off x="1733158" y="742490"/>
            <a:ext cx="3624710" cy="461665"/>
          </a:xfrm>
          <a:prstGeom prst="rect">
            <a:avLst/>
          </a:prstGeom>
          <a:noFill/>
        </p:spPr>
        <p:txBody>
          <a:bodyPr wrap="none" rtlCol="0">
            <a:spAutoFit/>
          </a:bodyPr>
          <a:lstStyle/>
          <a:p>
            <a:r>
              <a:rPr lang="es-ES" sz="2400" dirty="0">
                <a:latin typeface="Helvetica" pitchFamily="2" charset="0"/>
                <a:cs typeface="Arial" panose="020B0604020202020204" pitchFamily="34" charset="0"/>
              </a:rPr>
              <a:t>Instrucciones específicas</a:t>
            </a:r>
            <a:endParaRPr lang="en-GB" sz="2400" dirty="0">
              <a:latin typeface="Helvetica" pitchFamily="2" charset="0"/>
              <a:cs typeface="Arial" panose="020B0604020202020204" pitchFamily="34" charset="0"/>
            </a:endParaRPr>
          </a:p>
        </p:txBody>
      </p:sp>
      <p:sp>
        <p:nvSpPr>
          <p:cNvPr id="3" name="TextBox 2">
            <a:extLst>
              <a:ext uri="{FF2B5EF4-FFF2-40B4-BE49-F238E27FC236}">
                <a16:creationId xmlns:a16="http://schemas.microsoft.com/office/drawing/2014/main" id="{FF5E8D30-565E-259F-9CFC-C9145FF89623}"/>
              </a:ext>
            </a:extLst>
          </p:cNvPr>
          <p:cNvSpPr txBox="1"/>
          <p:nvPr/>
        </p:nvSpPr>
        <p:spPr>
          <a:xfrm>
            <a:off x="1082615" y="1951672"/>
            <a:ext cx="9872932" cy="3046988"/>
          </a:xfrm>
          <a:prstGeom prst="rect">
            <a:avLst/>
          </a:prstGeom>
          <a:noFill/>
        </p:spPr>
        <p:txBody>
          <a:bodyPr wrap="square">
            <a:spAutoFit/>
          </a:bodyPr>
          <a:lstStyle/>
          <a:p>
            <a:pPr algn="just"/>
            <a:r>
              <a:rPr lang="en-GB" sz="2400" dirty="0"/>
              <a:t>Tell me the advantages of the XLOOKUP function over VLOOKUP. The maximum length of the answer should be 400 </a:t>
            </a:r>
            <a:r>
              <a:rPr lang="en-GB" sz="2400" dirty="0" err="1"/>
              <a:t>words.Now</a:t>
            </a:r>
            <a:r>
              <a:rPr lang="en-GB" sz="2400" dirty="0"/>
              <a:t> tell me the same thing in a more concise and brief way using only 60% of the words.</a:t>
            </a:r>
            <a:endParaRPr lang="es-ES" sz="2400" dirty="0"/>
          </a:p>
          <a:p>
            <a:pPr algn="just"/>
            <a:endParaRPr lang="es-ES" sz="2400" dirty="0"/>
          </a:p>
          <a:p>
            <a:pPr algn="just"/>
            <a:r>
              <a:rPr lang="es-ES" sz="2400" dirty="0"/>
              <a:t>Indícame las ventajas de la función XLOOKUP sobre VLOOKUP. La extensión máxima de la respuesta debe ser de 400 palabras.</a:t>
            </a:r>
          </a:p>
          <a:p>
            <a:pPr algn="just"/>
            <a:r>
              <a:rPr lang="es-ES" sz="2400" dirty="0"/>
              <a:t>Ahora indícame lo mismo de forma más concisa y breve utilizando sólo el 60% de las palabras.</a:t>
            </a:r>
            <a:endParaRPr lang="en-GB" sz="2400" dirty="0"/>
          </a:p>
        </p:txBody>
      </p:sp>
    </p:spTree>
    <p:extLst>
      <p:ext uri="{BB962C8B-B14F-4D97-AF65-F5344CB8AC3E}">
        <p14:creationId xmlns:p14="http://schemas.microsoft.com/office/powerpoint/2010/main" val="3703190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6C6AFE-BDC7-1B5D-1676-AABFE0E5C8E6}"/>
              </a:ext>
            </a:extLst>
          </p:cNvPr>
          <p:cNvSpPr txBox="1"/>
          <p:nvPr/>
        </p:nvSpPr>
        <p:spPr>
          <a:xfrm>
            <a:off x="1733158" y="742490"/>
            <a:ext cx="4464684" cy="461665"/>
          </a:xfrm>
          <a:prstGeom prst="rect">
            <a:avLst/>
          </a:prstGeom>
          <a:noFill/>
        </p:spPr>
        <p:txBody>
          <a:bodyPr wrap="none" rtlCol="0">
            <a:spAutoFit/>
          </a:bodyPr>
          <a:lstStyle/>
          <a:p>
            <a:r>
              <a:rPr lang="es-ES" sz="2400" dirty="0">
                <a:latin typeface="Helvetica" pitchFamily="2" charset="0"/>
                <a:cs typeface="Arial" panose="020B0604020202020204" pitchFamily="34" charset="0"/>
              </a:rPr>
              <a:t>Especificar el formato de salida</a:t>
            </a:r>
            <a:endParaRPr lang="en-GB" sz="2400" dirty="0">
              <a:latin typeface="Helvetica" pitchFamily="2" charset="0"/>
              <a:cs typeface="Arial" panose="020B0604020202020204" pitchFamily="34" charset="0"/>
            </a:endParaRPr>
          </a:p>
        </p:txBody>
      </p:sp>
      <p:sp>
        <p:nvSpPr>
          <p:cNvPr id="4" name="TextBox 3">
            <a:extLst>
              <a:ext uri="{FF2B5EF4-FFF2-40B4-BE49-F238E27FC236}">
                <a16:creationId xmlns:a16="http://schemas.microsoft.com/office/drawing/2014/main" id="{897A8BF4-FC20-C74C-3FBC-44210A4B199C}"/>
              </a:ext>
            </a:extLst>
          </p:cNvPr>
          <p:cNvSpPr txBox="1"/>
          <p:nvPr/>
        </p:nvSpPr>
        <p:spPr>
          <a:xfrm>
            <a:off x="1238250" y="1591195"/>
            <a:ext cx="10439400" cy="4801314"/>
          </a:xfrm>
          <a:prstGeom prst="rect">
            <a:avLst/>
          </a:prstGeom>
          <a:noFill/>
        </p:spPr>
        <p:txBody>
          <a:bodyPr wrap="square">
            <a:spAutoFit/>
          </a:bodyPr>
          <a:lstStyle/>
          <a:p>
            <a:r>
              <a:rPr lang="es-ES" b="1" dirty="0"/>
              <a:t>3.5</a:t>
            </a:r>
          </a:p>
          <a:p>
            <a:pPr>
              <a:buFont typeface="+mj-lt"/>
              <a:buAutoNum type="arabicPeriod"/>
            </a:pPr>
            <a:r>
              <a:rPr lang="es-ES" b="1" dirty="0"/>
              <a:t>Texto plano</a:t>
            </a:r>
            <a:r>
              <a:rPr lang="es-ES" dirty="0"/>
              <a:t>: Puedo generar respuestas en formato de texto sencillo, que es el formato de salida estándar en la mayoría de las conversaciones.</a:t>
            </a:r>
          </a:p>
          <a:p>
            <a:pPr>
              <a:buFont typeface="+mj-lt"/>
              <a:buAutoNum type="arabicPeriod"/>
            </a:pPr>
            <a:r>
              <a:rPr lang="es-ES" b="1" dirty="0"/>
              <a:t>Listas y viñetas</a:t>
            </a:r>
            <a:r>
              <a:rPr lang="es-ES" dirty="0"/>
              <a:t>: Puedo crear listas numeradas o con viñetas para organizar información de manera más estructurada.</a:t>
            </a:r>
          </a:p>
          <a:p>
            <a:pPr>
              <a:buFont typeface="+mj-lt"/>
              <a:buAutoNum type="arabicPeriod"/>
            </a:pPr>
            <a:r>
              <a:rPr lang="es-ES" b="1" dirty="0"/>
              <a:t>Tablas</a:t>
            </a:r>
            <a:r>
              <a:rPr lang="es-ES" dirty="0"/>
              <a:t>: Puedo generar tablas simples con filas y columnas para presentar datos de manera ordenada.</a:t>
            </a:r>
          </a:p>
          <a:p>
            <a:pPr>
              <a:buFont typeface="+mj-lt"/>
              <a:buAutoNum type="arabicPeriod"/>
            </a:pPr>
            <a:r>
              <a:rPr lang="es-ES" b="1" dirty="0"/>
              <a:t>Código fuente</a:t>
            </a:r>
            <a:r>
              <a:rPr lang="es-ES" dirty="0"/>
              <a:t>: Si necesitas ejemplos de código en lenguajes de programación populares, puedo generar código fuente en formatos como Python, Java, C++, etc.</a:t>
            </a:r>
          </a:p>
          <a:p>
            <a:pPr>
              <a:buFont typeface="+mj-lt"/>
              <a:buAutoNum type="arabicPeriod"/>
            </a:pPr>
            <a:r>
              <a:rPr lang="es-ES" b="1" dirty="0"/>
              <a:t>Citas y referencias</a:t>
            </a:r>
            <a:r>
              <a:rPr lang="es-ES" dirty="0"/>
              <a:t>: Si necesitas citas o referencias en tus respuestas, puedo proporcionarlas con el formato adecuado, como el estilo APA o MLA.</a:t>
            </a:r>
          </a:p>
          <a:p>
            <a:pPr>
              <a:buFont typeface="+mj-lt"/>
              <a:buAutoNum type="arabicPeriod"/>
            </a:pPr>
            <a:r>
              <a:rPr lang="es-ES" b="1" dirty="0"/>
              <a:t>Resúmenes</a:t>
            </a:r>
            <a:r>
              <a:rPr lang="es-ES" dirty="0"/>
              <a:t>: Puedo resumir información larga o documentos extensos en un formato más conciso y fácil de entender.</a:t>
            </a:r>
          </a:p>
          <a:p>
            <a:pPr>
              <a:buFont typeface="+mj-lt"/>
              <a:buAutoNum type="arabicPeriod"/>
            </a:pPr>
            <a:r>
              <a:rPr lang="es-ES" b="1" dirty="0"/>
              <a:t>Párrafos largos</a:t>
            </a:r>
            <a:r>
              <a:rPr lang="es-ES" dirty="0"/>
              <a:t>: Si prefieres respuestas más detalladas y expansivas, puedo generar párrafos largos con explicaciones completas.</a:t>
            </a:r>
          </a:p>
          <a:p>
            <a:pPr>
              <a:buFont typeface="+mj-lt"/>
              <a:buAutoNum type="arabicPeriod"/>
            </a:pPr>
            <a:r>
              <a:rPr lang="es-ES" b="1" dirty="0"/>
              <a:t>Traducciones</a:t>
            </a:r>
            <a:r>
              <a:rPr lang="es-ES" dirty="0"/>
              <a:t>: Puedo traducir texto de un idioma a otro si es necesario.</a:t>
            </a:r>
          </a:p>
          <a:p>
            <a:pPr>
              <a:buFont typeface="+mj-lt"/>
              <a:buAutoNum type="arabicPeriod"/>
            </a:pPr>
            <a:r>
              <a:rPr lang="es-ES" b="1" dirty="0"/>
              <a:t>Resúmenes y extractos de </a:t>
            </a:r>
            <a:r>
              <a:rPr lang="es-ES" b="1" dirty="0" err="1"/>
              <a:t>URL's</a:t>
            </a:r>
            <a:r>
              <a:rPr lang="es-ES" dirty="0"/>
              <a:t>: Puedo proporcionarte resúmenes o extractos de información contenida en </a:t>
            </a:r>
            <a:r>
              <a:rPr lang="es-ES" dirty="0" err="1"/>
              <a:t>URL's</a:t>
            </a:r>
            <a:r>
              <a:rPr lang="es-ES" dirty="0"/>
              <a:t> válidas, siempre y cuando no se trate de una fuente de suscripción o privada.</a:t>
            </a:r>
          </a:p>
        </p:txBody>
      </p:sp>
    </p:spTree>
    <p:extLst>
      <p:ext uri="{BB962C8B-B14F-4D97-AF65-F5344CB8AC3E}">
        <p14:creationId xmlns:p14="http://schemas.microsoft.com/office/powerpoint/2010/main" val="9017124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6C6AFE-BDC7-1B5D-1676-AABFE0E5C8E6}"/>
              </a:ext>
            </a:extLst>
          </p:cNvPr>
          <p:cNvSpPr txBox="1"/>
          <p:nvPr/>
        </p:nvSpPr>
        <p:spPr>
          <a:xfrm>
            <a:off x="1733158" y="742490"/>
            <a:ext cx="4464684" cy="461665"/>
          </a:xfrm>
          <a:prstGeom prst="rect">
            <a:avLst/>
          </a:prstGeom>
          <a:noFill/>
        </p:spPr>
        <p:txBody>
          <a:bodyPr wrap="none" rtlCol="0">
            <a:spAutoFit/>
          </a:bodyPr>
          <a:lstStyle/>
          <a:p>
            <a:r>
              <a:rPr lang="es-ES" sz="2400" dirty="0">
                <a:latin typeface="Helvetica" pitchFamily="2" charset="0"/>
                <a:cs typeface="Arial" panose="020B0604020202020204" pitchFamily="34" charset="0"/>
              </a:rPr>
              <a:t>Especificar el formato de salida</a:t>
            </a:r>
            <a:endParaRPr lang="en-GB" sz="2400" dirty="0">
              <a:latin typeface="Helvetica" pitchFamily="2" charset="0"/>
              <a:cs typeface="Arial" panose="020B0604020202020204" pitchFamily="34" charset="0"/>
            </a:endParaRPr>
          </a:p>
        </p:txBody>
      </p:sp>
      <p:sp>
        <p:nvSpPr>
          <p:cNvPr id="4" name="TextBox 3">
            <a:extLst>
              <a:ext uri="{FF2B5EF4-FFF2-40B4-BE49-F238E27FC236}">
                <a16:creationId xmlns:a16="http://schemas.microsoft.com/office/drawing/2014/main" id="{897A8BF4-FC20-C74C-3FBC-44210A4B199C}"/>
              </a:ext>
            </a:extLst>
          </p:cNvPr>
          <p:cNvSpPr txBox="1"/>
          <p:nvPr/>
        </p:nvSpPr>
        <p:spPr>
          <a:xfrm>
            <a:off x="1238250" y="1591195"/>
            <a:ext cx="10439400" cy="4801314"/>
          </a:xfrm>
          <a:prstGeom prst="rect">
            <a:avLst/>
          </a:prstGeom>
          <a:noFill/>
        </p:spPr>
        <p:txBody>
          <a:bodyPr wrap="square">
            <a:spAutoFit/>
          </a:bodyPr>
          <a:lstStyle/>
          <a:p>
            <a:r>
              <a:rPr lang="es-ES" b="1" dirty="0"/>
              <a:t>4.0</a:t>
            </a:r>
          </a:p>
          <a:p>
            <a:pPr>
              <a:buFont typeface="+mj-lt"/>
              <a:buAutoNum type="arabicPeriod"/>
            </a:pPr>
            <a:r>
              <a:rPr lang="es-ES" b="1" dirty="0"/>
              <a:t>Texto</a:t>
            </a:r>
            <a:r>
              <a:rPr lang="es-ES" dirty="0"/>
              <a:t>: Este es el formato más común. Puedo redactar respuestas, escribir contenido, ofrecer explicaciones, y realizar análisis en formato de texto.</a:t>
            </a:r>
          </a:p>
          <a:p>
            <a:pPr>
              <a:buFont typeface="+mj-lt"/>
              <a:buAutoNum type="arabicPeriod"/>
            </a:pPr>
            <a:r>
              <a:rPr lang="es-ES" b="1" dirty="0"/>
              <a:t>Códigos y Scripts</a:t>
            </a:r>
            <a:r>
              <a:rPr lang="es-ES" dirty="0"/>
              <a:t>: Puedo escribir y ejecutar códigos en varios lenguajes de programación como Python, para realizar análisis de datos, resolver problemas matemáticos, generar visualizaciones de datos, entre otros.</a:t>
            </a:r>
          </a:p>
          <a:p>
            <a:pPr>
              <a:buFont typeface="+mj-lt"/>
              <a:buAutoNum type="arabicPeriod"/>
            </a:pPr>
            <a:r>
              <a:rPr lang="es-ES" b="1" dirty="0"/>
              <a:t>Imagen Generada por AI (DALL-E)</a:t>
            </a:r>
            <a:r>
              <a:rPr lang="es-ES" dirty="0"/>
              <a:t>: Tengo la capacidad de generar imágenes usando DALL-E, una herramienta de inteligencia artificial que crea imágenes basadas en descripciones de texto. Esto es útil para ilustraciones, conceptos visuales, y otros usos creativos.</a:t>
            </a:r>
          </a:p>
          <a:p>
            <a:pPr>
              <a:buFont typeface="+mj-lt"/>
              <a:buAutoNum type="arabicPeriod"/>
            </a:pPr>
            <a:r>
              <a:rPr lang="es-ES" b="1" dirty="0"/>
              <a:t>Búsqueda en la Web</a:t>
            </a:r>
            <a:r>
              <a:rPr lang="es-ES" dirty="0"/>
              <a:t>: A través de la herramienta de navegador, puedo buscar información actualizada en la web, acceder a sitios de noticias, bases de datos académicas, y otros recursos online para obtener información que no está en mi base de datos actual.</a:t>
            </a:r>
          </a:p>
          <a:p>
            <a:pPr>
              <a:buFont typeface="+mj-lt"/>
              <a:buAutoNum type="arabicPeriod"/>
            </a:pPr>
            <a:r>
              <a:rPr lang="es-ES" b="1" dirty="0"/>
              <a:t>Interacción con Archivos</a:t>
            </a:r>
            <a:r>
              <a:rPr lang="es-ES" dirty="0"/>
              <a:t>: Puedo leer, analizar y manipular archivos en varios formatos como texto, CSV, Excel, y PDF. También puedo ayudar a crear o modificar estos archivos basándome en tus requerimientos.</a:t>
            </a:r>
          </a:p>
          <a:p>
            <a:pPr>
              <a:buFont typeface="+mj-lt"/>
              <a:buAutoNum type="arabicPeriod"/>
            </a:pPr>
            <a:r>
              <a:rPr lang="es-ES" b="1" dirty="0"/>
              <a:t>Respuestas Formateadas</a:t>
            </a:r>
            <a:r>
              <a:rPr lang="es-ES" dirty="0"/>
              <a:t>: Además de texto plano, puedo formatear respuestas en un estilo más estructurado, como listas, tablas, o instrucciones paso a paso.</a:t>
            </a:r>
          </a:p>
        </p:txBody>
      </p:sp>
    </p:spTree>
    <p:extLst>
      <p:ext uri="{BB962C8B-B14F-4D97-AF65-F5344CB8AC3E}">
        <p14:creationId xmlns:p14="http://schemas.microsoft.com/office/powerpoint/2010/main" val="3656989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477B42-CCB6-3E4E-DC97-34FAAF4DA5A1}"/>
              </a:ext>
            </a:extLst>
          </p:cNvPr>
          <p:cNvSpPr txBox="1"/>
          <p:nvPr/>
        </p:nvSpPr>
        <p:spPr>
          <a:xfrm>
            <a:off x="1733158" y="742490"/>
            <a:ext cx="2803973" cy="461665"/>
          </a:xfrm>
          <a:prstGeom prst="rect">
            <a:avLst/>
          </a:prstGeom>
          <a:noFill/>
        </p:spPr>
        <p:txBody>
          <a:bodyPr wrap="none" rtlCol="0">
            <a:spAutoFit/>
          </a:bodyPr>
          <a:lstStyle/>
          <a:p>
            <a:r>
              <a:rPr lang="es-ES" sz="2400" dirty="0">
                <a:latin typeface="Helvetica" pitchFamily="2" charset="0"/>
                <a:cs typeface="Arial" panose="020B0604020202020204" pitchFamily="34" charset="0"/>
              </a:rPr>
              <a:t>Formatos de salida</a:t>
            </a:r>
            <a:endParaRPr lang="en-GB" sz="2400" dirty="0">
              <a:latin typeface="Helvetica" pitchFamily="2" charset="0"/>
              <a:cs typeface="Arial" panose="020B0604020202020204" pitchFamily="34" charset="0"/>
            </a:endParaRPr>
          </a:p>
        </p:txBody>
      </p:sp>
      <p:sp>
        <p:nvSpPr>
          <p:cNvPr id="4" name="TextBox 3">
            <a:extLst>
              <a:ext uri="{FF2B5EF4-FFF2-40B4-BE49-F238E27FC236}">
                <a16:creationId xmlns:a16="http://schemas.microsoft.com/office/drawing/2014/main" id="{FF85B550-A801-AD1C-FE96-9C2E0A9CB259}"/>
              </a:ext>
            </a:extLst>
          </p:cNvPr>
          <p:cNvSpPr txBox="1"/>
          <p:nvPr/>
        </p:nvSpPr>
        <p:spPr>
          <a:xfrm>
            <a:off x="1487694" y="1987760"/>
            <a:ext cx="9433348" cy="2677656"/>
          </a:xfrm>
          <a:prstGeom prst="rect">
            <a:avLst/>
          </a:prstGeom>
          <a:noFill/>
        </p:spPr>
        <p:txBody>
          <a:bodyPr wrap="square">
            <a:spAutoFit/>
          </a:bodyPr>
          <a:lstStyle/>
          <a:p>
            <a:pPr algn="just"/>
            <a:r>
              <a:rPr lang="es-ES" sz="2400" dirty="0"/>
              <a:t>Crea una tabla con los ganadores de las copas del mundo de la FIFA entre 1990 y 2018. Los títulos deben ser año, ganador y subcampeón.</a:t>
            </a:r>
          </a:p>
          <a:p>
            <a:pPr algn="just"/>
            <a:r>
              <a:rPr lang="es-ES" sz="2400" dirty="0"/>
              <a:t>Salida como </a:t>
            </a:r>
            <a:r>
              <a:rPr lang="es-ES" sz="2400" dirty="0" err="1"/>
              <a:t>csv</a:t>
            </a:r>
            <a:r>
              <a:rPr lang="es-ES" sz="2400" dirty="0"/>
              <a:t>, </a:t>
            </a:r>
            <a:r>
              <a:rPr lang="es-ES" sz="2400" dirty="0" err="1"/>
              <a:t>xlss</a:t>
            </a:r>
            <a:r>
              <a:rPr lang="es-ES" sz="2400" dirty="0"/>
              <a:t>, </a:t>
            </a:r>
            <a:r>
              <a:rPr lang="es-ES" sz="2400" dirty="0" err="1"/>
              <a:t>json</a:t>
            </a:r>
            <a:endParaRPr lang="es-ES" sz="2400" dirty="0"/>
          </a:p>
          <a:p>
            <a:pPr algn="just"/>
            <a:endParaRPr lang="es-ES" sz="2400" dirty="0"/>
          </a:p>
          <a:p>
            <a:pPr algn="just"/>
            <a:r>
              <a:rPr lang="en-GB" sz="2400" dirty="0"/>
              <a:t>Create a table of FIFA World Cup winners between 1990 and 2018. Titles should be year, winner and runner-up.</a:t>
            </a:r>
          </a:p>
          <a:p>
            <a:pPr algn="just"/>
            <a:r>
              <a:rPr lang="en-GB" sz="2400" dirty="0"/>
              <a:t>Output as csv, </a:t>
            </a:r>
            <a:r>
              <a:rPr lang="en-GB" sz="2400" dirty="0" err="1"/>
              <a:t>xlss</a:t>
            </a:r>
            <a:r>
              <a:rPr lang="en-GB" sz="2400" dirty="0"/>
              <a:t>, </a:t>
            </a:r>
            <a:r>
              <a:rPr lang="en-GB" sz="2400" dirty="0" err="1"/>
              <a:t>json</a:t>
            </a:r>
            <a:endParaRPr lang="en-GB" sz="2400" dirty="0"/>
          </a:p>
        </p:txBody>
      </p:sp>
    </p:spTree>
    <p:extLst>
      <p:ext uri="{BB962C8B-B14F-4D97-AF65-F5344CB8AC3E}">
        <p14:creationId xmlns:p14="http://schemas.microsoft.com/office/powerpoint/2010/main" val="25206081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477B42-CCB6-3E4E-DC97-34FAAF4DA5A1}"/>
              </a:ext>
            </a:extLst>
          </p:cNvPr>
          <p:cNvSpPr txBox="1"/>
          <p:nvPr/>
        </p:nvSpPr>
        <p:spPr>
          <a:xfrm>
            <a:off x="1733158" y="742490"/>
            <a:ext cx="1176925" cy="461665"/>
          </a:xfrm>
          <a:prstGeom prst="rect">
            <a:avLst/>
          </a:prstGeom>
          <a:noFill/>
        </p:spPr>
        <p:txBody>
          <a:bodyPr wrap="none" rtlCol="0">
            <a:spAutoFit/>
          </a:bodyPr>
          <a:lstStyle/>
          <a:p>
            <a:r>
              <a:rPr lang="es-ES" sz="2400" dirty="0">
                <a:latin typeface="Helvetica" pitchFamily="2" charset="0"/>
                <a:cs typeface="Arial" panose="020B0604020202020204" pitchFamily="34" charset="0"/>
              </a:rPr>
              <a:t>Prompt</a:t>
            </a:r>
            <a:endParaRPr lang="en-GB" sz="2400" dirty="0">
              <a:latin typeface="Helvetica" pitchFamily="2" charset="0"/>
              <a:cs typeface="Arial" panose="020B0604020202020204" pitchFamily="34" charset="0"/>
            </a:endParaRPr>
          </a:p>
        </p:txBody>
      </p:sp>
      <p:sp>
        <p:nvSpPr>
          <p:cNvPr id="4" name="TextBox 3">
            <a:extLst>
              <a:ext uri="{FF2B5EF4-FFF2-40B4-BE49-F238E27FC236}">
                <a16:creationId xmlns:a16="http://schemas.microsoft.com/office/drawing/2014/main" id="{FF85B550-A801-AD1C-FE96-9C2E0A9CB259}"/>
              </a:ext>
            </a:extLst>
          </p:cNvPr>
          <p:cNvSpPr txBox="1"/>
          <p:nvPr/>
        </p:nvSpPr>
        <p:spPr>
          <a:xfrm>
            <a:off x="1487694" y="1987760"/>
            <a:ext cx="9433348" cy="2308324"/>
          </a:xfrm>
          <a:prstGeom prst="rect">
            <a:avLst/>
          </a:prstGeom>
          <a:noFill/>
        </p:spPr>
        <p:txBody>
          <a:bodyPr wrap="square">
            <a:spAutoFit/>
          </a:bodyPr>
          <a:lstStyle/>
          <a:p>
            <a:pPr algn="just"/>
            <a:r>
              <a:rPr lang="es-ES" sz="2400" dirty="0"/>
              <a:t>I </a:t>
            </a:r>
            <a:r>
              <a:rPr lang="es-ES" sz="2400" dirty="0" err="1"/>
              <a:t>want</a:t>
            </a:r>
            <a:r>
              <a:rPr lang="es-ES" sz="2400" dirty="0"/>
              <a:t> </a:t>
            </a:r>
            <a:r>
              <a:rPr lang="es-ES" sz="2400" dirty="0" err="1"/>
              <a:t>you</a:t>
            </a:r>
            <a:r>
              <a:rPr lang="es-ES" sz="2400" dirty="0"/>
              <a:t> </a:t>
            </a:r>
            <a:r>
              <a:rPr lang="es-ES" sz="2400" dirty="0" err="1"/>
              <a:t>to</a:t>
            </a:r>
            <a:r>
              <a:rPr lang="es-ES" sz="2400" dirty="0"/>
              <a:t> </a:t>
            </a:r>
            <a:r>
              <a:rPr lang="es-ES" sz="2400" dirty="0" err="1"/>
              <a:t>act</a:t>
            </a:r>
            <a:r>
              <a:rPr lang="es-ES" sz="2400" dirty="0"/>
              <a:t> as a </a:t>
            </a:r>
            <a:r>
              <a:rPr lang="es-ES" sz="2400" dirty="0" err="1"/>
              <a:t>spoken</a:t>
            </a:r>
            <a:r>
              <a:rPr lang="es-ES" sz="2400" dirty="0"/>
              <a:t> English </a:t>
            </a:r>
            <a:r>
              <a:rPr lang="es-ES" sz="2400" dirty="0" err="1"/>
              <a:t>teacher</a:t>
            </a:r>
            <a:r>
              <a:rPr lang="es-ES" sz="2400" dirty="0"/>
              <a:t>. I </a:t>
            </a:r>
            <a:r>
              <a:rPr lang="es-ES" sz="2400" dirty="0" err="1"/>
              <a:t>will</a:t>
            </a:r>
            <a:r>
              <a:rPr lang="es-ES" sz="2400" dirty="0"/>
              <a:t> </a:t>
            </a:r>
            <a:r>
              <a:rPr lang="es-ES" sz="2400" dirty="0" err="1"/>
              <a:t>speak</a:t>
            </a:r>
            <a:r>
              <a:rPr lang="es-ES" sz="2400" dirty="0"/>
              <a:t> </a:t>
            </a:r>
            <a:r>
              <a:rPr lang="es-ES" sz="2400" dirty="0" err="1"/>
              <a:t>to</a:t>
            </a:r>
            <a:r>
              <a:rPr lang="es-ES" sz="2400" dirty="0"/>
              <a:t> </a:t>
            </a:r>
            <a:r>
              <a:rPr lang="es-ES" sz="2400" dirty="0" err="1"/>
              <a:t>you</a:t>
            </a:r>
            <a:r>
              <a:rPr lang="es-ES" sz="2400" dirty="0"/>
              <a:t> in English and </a:t>
            </a:r>
            <a:r>
              <a:rPr lang="es-ES" sz="2400" dirty="0" err="1"/>
              <a:t>you</a:t>
            </a:r>
            <a:r>
              <a:rPr lang="es-ES" sz="2400" dirty="0"/>
              <a:t> </a:t>
            </a:r>
            <a:r>
              <a:rPr lang="es-ES" sz="2400" dirty="0" err="1"/>
              <a:t>will</a:t>
            </a:r>
            <a:r>
              <a:rPr lang="es-ES" sz="2400" dirty="0"/>
              <a:t> </a:t>
            </a:r>
            <a:r>
              <a:rPr lang="es-ES" sz="2400" dirty="0" err="1"/>
              <a:t>reply</a:t>
            </a:r>
            <a:r>
              <a:rPr lang="es-ES" sz="2400" dirty="0"/>
              <a:t> </a:t>
            </a:r>
            <a:r>
              <a:rPr lang="es-ES" sz="2400" dirty="0" err="1"/>
              <a:t>neat</a:t>
            </a:r>
            <a:r>
              <a:rPr lang="es-ES" sz="2400" dirty="0"/>
              <a:t>, </a:t>
            </a:r>
            <a:r>
              <a:rPr lang="es-ES" sz="2400" dirty="0" err="1"/>
              <a:t>limiting</a:t>
            </a:r>
            <a:r>
              <a:rPr lang="es-ES" sz="2400" dirty="0"/>
              <a:t> </a:t>
            </a:r>
            <a:r>
              <a:rPr lang="es-ES" sz="2400" dirty="0" err="1"/>
              <a:t>the</a:t>
            </a:r>
            <a:r>
              <a:rPr lang="es-ES" sz="2400" dirty="0"/>
              <a:t> </a:t>
            </a:r>
            <a:r>
              <a:rPr lang="es-ES" sz="2400" dirty="0" err="1"/>
              <a:t>reply</a:t>
            </a:r>
            <a:r>
              <a:rPr lang="es-ES" sz="2400" dirty="0"/>
              <a:t> </a:t>
            </a:r>
            <a:r>
              <a:rPr lang="es-ES" sz="2400" dirty="0" err="1"/>
              <a:t>to</a:t>
            </a:r>
            <a:r>
              <a:rPr lang="es-ES" sz="2400" dirty="0"/>
              <a:t> 100 </a:t>
            </a:r>
            <a:r>
              <a:rPr lang="es-ES" sz="2400" dirty="0" err="1"/>
              <a:t>words</a:t>
            </a:r>
            <a:r>
              <a:rPr lang="es-ES" sz="2400" dirty="0"/>
              <a:t>. I </a:t>
            </a:r>
            <a:r>
              <a:rPr lang="es-ES" sz="2400" dirty="0" err="1"/>
              <a:t>want</a:t>
            </a:r>
            <a:r>
              <a:rPr lang="es-ES" sz="2400" dirty="0"/>
              <a:t> </a:t>
            </a:r>
            <a:r>
              <a:rPr lang="es-ES" sz="2400" dirty="0" err="1"/>
              <a:t>you</a:t>
            </a:r>
            <a:r>
              <a:rPr lang="es-ES" sz="2400" dirty="0"/>
              <a:t> </a:t>
            </a:r>
            <a:r>
              <a:rPr lang="es-ES" sz="2400" dirty="0" err="1"/>
              <a:t>to</a:t>
            </a:r>
            <a:r>
              <a:rPr lang="es-ES" sz="2400" dirty="0"/>
              <a:t> </a:t>
            </a:r>
            <a:r>
              <a:rPr lang="es-ES" sz="2400" dirty="0" err="1"/>
              <a:t>strictly</a:t>
            </a:r>
            <a:r>
              <a:rPr lang="es-ES" sz="2400" dirty="0"/>
              <a:t> </a:t>
            </a:r>
            <a:r>
              <a:rPr lang="es-ES" sz="2400" dirty="0" err="1"/>
              <a:t>correct</a:t>
            </a:r>
            <a:r>
              <a:rPr lang="es-ES" sz="2400" dirty="0"/>
              <a:t> </a:t>
            </a:r>
            <a:r>
              <a:rPr lang="es-ES" sz="2400" dirty="0" err="1"/>
              <a:t>my</a:t>
            </a:r>
            <a:r>
              <a:rPr lang="es-ES" sz="2400" dirty="0"/>
              <a:t> gramar </a:t>
            </a:r>
            <a:r>
              <a:rPr lang="es-ES" sz="2400" dirty="0" err="1"/>
              <a:t>mistakes</a:t>
            </a:r>
            <a:r>
              <a:rPr lang="es-ES" sz="2400" dirty="0"/>
              <a:t> and </a:t>
            </a:r>
            <a:r>
              <a:rPr lang="es-ES" sz="2400" dirty="0" err="1"/>
              <a:t>typos</a:t>
            </a:r>
            <a:r>
              <a:rPr lang="es-ES" sz="2400" dirty="0"/>
              <a:t>. I </a:t>
            </a:r>
            <a:r>
              <a:rPr lang="es-ES" sz="2400" dirty="0" err="1"/>
              <a:t>want</a:t>
            </a:r>
            <a:r>
              <a:rPr lang="es-ES" sz="2400" dirty="0"/>
              <a:t> </a:t>
            </a:r>
            <a:r>
              <a:rPr lang="es-ES" sz="2400" dirty="0" err="1"/>
              <a:t>you</a:t>
            </a:r>
            <a:r>
              <a:rPr lang="es-ES" sz="2400" dirty="0"/>
              <a:t> </a:t>
            </a:r>
            <a:r>
              <a:rPr lang="es-ES" sz="2400" dirty="0" err="1"/>
              <a:t>to</a:t>
            </a:r>
            <a:r>
              <a:rPr lang="es-ES" sz="2400" dirty="0"/>
              <a:t> </a:t>
            </a:r>
            <a:r>
              <a:rPr lang="es-ES" sz="2400" dirty="0" err="1"/>
              <a:t>ask</a:t>
            </a:r>
            <a:r>
              <a:rPr lang="es-ES" sz="2400" dirty="0"/>
              <a:t> me a </a:t>
            </a:r>
            <a:r>
              <a:rPr lang="es-ES" sz="2400" dirty="0" err="1"/>
              <a:t>question</a:t>
            </a:r>
            <a:r>
              <a:rPr lang="es-ES" sz="2400" dirty="0"/>
              <a:t> in </a:t>
            </a:r>
            <a:r>
              <a:rPr lang="es-ES" sz="2400" dirty="0" err="1"/>
              <a:t>your</a:t>
            </a:r>
            <a:r>
              <a:rPr lang="es-ES" sz="2400" dirty="0"/>
              <a:t> </a:t>
            </a:r>
            <a:r>
              <a:rPr lang="es-ES" sz="2400" dirty="0" err="1"/>
              <a:t>reply</a:t>
            </a:r>
            <a:r>
              <a:rPr lang="es-ES" sz="2400" dirty="0"/>
              <a:t>. </a:t>
            </a:r>
            <a:r>
              <a:rPr lang="es-ES" sz="2400" dirty="0" err="1"/>
              <a:t>Now</a:t>
            </a:r>
            <a:r>
              <a:rPr lang="es-ES" sz="2400" dirty="0"/>
              <a:t> </a:t>
            </a:r>
            <a:r>
              <a:rPr lang="es-ES" sz="2400" dirty="0" err="1"/>
              <a:t>let’s</a:t>
            </a:r>
            <a:r>
              <a:rPr lang="es-ES" sz="2400" dirty="0"/>
              <a:t> </a:t>
            </a:r>
            <a:r>
              <a:rPr lang="es-ES" sz="2400" dirty="0" err="1"/>
              <a:t>start</a:t>
            </a:r>
            <a:r>
              <a:rPr lang="es-ES" sz="2400" dirty="0"/>
              <a:t> </a:t>
            </a:r>
            <a:r>
              <a:rPr lang="es-ES" sz="2400" dirty="0" err="1"/>
              <a:t>practicing</a:t>
            </a:r>
            <a:r>
              <a:rPr lang="es-ES" sz="2400" dirty="0"/>
              <a:t>, </a:t>
            </a:r>
            <a:r>
              <a:rPr lang="es-ES" sz="2400" dirty="0" err="1"/>
              <a:t>you</a:t>
            </a:r>
            <a:r>
              <a:rPr lang="es-ES" sz="2400" dirty="0"/>
              <a:t> </a:t>
            </a:r>
            <a:r>
              <a:rPr lang="es-ES" sz="2400" dirty="0" err="1"/>
              <a:t>could</a:t>
            </a:r>
            <a:r>
              <a:rPr lang="es-ES" sz="2400" dirty="0"/>
              <a:t> </a:t>
            </a:r>
            <a:r>
              <a:rPr lang="es-ES" sz="2400" dirty="0" err="1"/>
              <a:t>ask</a:t>
            </a:r>
            <a:r>
              <a:rPr lang="es-ES" sz="2400" dirty="0"/>
              <a:t> me a </a:t>
            </a:r>
            <a:r>
              <a:rPr lang="es-ES" sz="2400" dirty="0" err="1"/>
              <a:t>question</a:t>
            </a:r>
            <a:r>
              <a:rPr lang="es-ES" sz="2400" dirty="0"/>
              <a:t> </a:t>
            </a:r>
            <a:r>
              <a:rPr lang="es-ES" sz="2400" dirty="0" err="1"/>
              <a:t>first</a:t>
            </a:r>
            <a:r>
              <a:rPr lang="es-ES" sz="2400" dirty="0"/>
              <a:t>. </a:t>
            </a:r>
            <a:r>
              <a:rPr lang="es-ES" sz="2400" dirty="0" err="1"/>
              <a:t>Remember</a:t>
            </a:r>
            <a:r>
              <a:rPr lang="es-ES" sz="2400" dirty="0"/>
              <a:t>, I </a:t>
            </a:r>
            <a:r>
              <a:rPr lang="es-ES" sz="2400" dirty="0" err="1"/>
              <a:t>want</a:t>
            </a:r>
            <a:r>
              <a:rPr lang="es-ES" sz="2400" dirty="0"/>
              <a:t> </a:t>
            </a:r>
            <a:r>
              <a:rPr lang="es-ES" sz="2400" dirty="0" err="1"/>
              <a:t>you</a:t>
            </a:r>
            <a:r>
              <a:rPr lang="es-ES" sz="2400" dirty="0"/>
              <a:t> </a:t>
            </a:r>
            <a:r>
              <a:rPr lang="es-ES" sz="2400" dirty="0" err="1"/>
              <a:t>to</a:t>
            </a:r>
            <a:r>
              <a:rPr lang="es-ES" sz="2400" dirty="0"/>
              <a:t> </a:t>
            </a:r>
            <a:r>
              <a:rPr lang="es-ES" sz="2400" dirty="0" err="1"/>
              <a:t>strictly</a:t>
            </a:r>
            <a:r>
              <a:rPr lang="es-ES" sz="2400" dirty="0"/>
              <a:t> </a:t>
            </a:r>
            <a:r>
              <a:rPr lang="es-ES" sz="2400" dirty="0" err="1"/>
              <a:t>correct</a:t>
            </a:r>
            <a:r>
              <a:rPr lang="es-ES" sz="2400" dirty="0"/>
              <a:t> </a:t>
            </a:r>
            <a:r>
              <a:rPr lang="es-ES" sz="2400" dirty="0" err="1"/>
              <a:t>my</a:t>
            </a:r>
            <a:r>
              <a:rPr lang="es-ES" sz="2400" dirty="0"/>
              <a:t> </a:t>
            </a:r>
            <a:r>
              <a:rPr lang="es-ES" sz="2400" dirty="0" err="1"/>
              <a:t>grammar</a:t>
            </a:r>
            <a:r>
              <a:rPr lang="es-ES" sz="2400" dirty="0"/>
              <a:t> </a:t>
            </a:r>
            <a:r>
              <a:rPr lang="es-ES" sz="2400" dirty="0" err="1"/>
              <a:t>mistakes</a:t>
            </a:r>
            <a:r>
              <a:rPr lang="es-ES" sz="2400" dirty="0"/>
              <a:t>, </a:t>
            </a:r>
            <a:r>
              <a:rPr lang="es-ES" sz="2400" dirty="0" err="1"/>
              <a:t>typos</a:t>
            </a:r>
            <a:r>
              <a:rPr lang="es-ES" sz="2400" dirty="0"/>
              <a:t> and factual </a:t>
            </a:r>
            <a:r>
              <a:rPr lang="es-ES" sz="2400" dirty="0" err="1"/>
              <a:t>errors</a:t>
            </a:r>
            <a:r>
              <a:rPr lang="es-ES" sz="2400" dirty="0"/>
              <a:t>.</a:t>
            </a:r>
            <a:endParaRPr lang="en-GB" sz="2400" dirty="0"/>
          </a:p>
        </p:txBody>
      </p:sp>
    </p:spTree>
    <p:extLst>
      <p:ext uri="{BB962C8B-B14F-4D97-AF65-F5344CB8AC3E}">
        <p14:creationId xmlns:p14="http://schemas.microsoft.com/office/powerpoint/2010/main" val="23201028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477B42-CCB6-3E4E-DC97-34FAAF4DA5A1}"/>
              </a:ext>
            </a:extLst>
          </p:cNvPr>
          <p:cNvSpPr txBox="1"/>
          <p:nvPr/>
        </p:nvSpPr>
        <p:spPr>
          <a:xfrm>
            <a:off x="1733158" y="742490"/>
            <a:ext cx="1176925" cy="461665"/>
          </a:xfrm>
          <a:prstGeom prst="rect">
            <a:avLst/>
          </a:prstGeom>
          <a:noFill/>
        </p:spPr>
        <p:txBody>
          <a:bodyPr wrap="none" rtlCol="0">
            <a:spAutoFit/>
          </a:bodyPr>
          <a:lstStyle/>
          <a:p>
            <a:r>
              <a:rPr lang="es-ES" sz="2400" dirty="0">
                <a:latin typeface="Helvetica" pitchFamily="2" charset="0"/>
                <a:cs typeface="Arial" panose="020B0604020202020204" pitchFamily="34" charset="0"/>
              </a:rPr>
              <a:t>Prompt</a:t>
            </a:r>
            <a:endParaRPr lang="en-GB" sz="2400" dirty="0">
              <a:latin typeface="Helvetica" pitchFamily="2" charset="0"/>
              <a:cs typeface="Arial" panose="020B0604020202020204" pitchFamily="34" charset="0"/>
            </a:endParaRPr>
          </a:p>
        </p:txBody>
      </p:sp>
      <p:sp>
        <p:nvSpPr>
          <p:cNvPr id="4" name="TextBox 3">
            <a:extLst>
              <a:ext uri="{FF2B5EF4-FFF2-40B4-BE49-F238E27FC236}">
                <a16:creationId xmlns:a16="http://schemas.microsoft.com/office/drawing/2014/main" id="{FF85B550-A801-AD1C-FE96-9C2E0A9CB259}"/>
              </a:ext>
            </a:extLst>
          </p:cNvPr>
          <p:cNvSpPr txBox="1"/>
          <p:nvPr/>
        </p:nvSpPr>
        <p:spPr>
          <a:xfrm>
            <a:off x="1487694" y="1987760"/>
            <a:ext cx="9433348" cy="3046988"/>
          </a:xfrm>
          <a:prstGeom prst="rect">
            <a:avLst/>
          </a:prstGeom>
          <a:noFill/>
        </p:spPr>
        <p:txBody>
          <a:bodyPr wrap="square">
            <a:spAutoFit/>
          </a:bodyPr>
          <a:lstStyle/>
          <a:p>
            <a:pPr algn="just"/>
            <a:r>
              <a:rPr lang="es-ES" sz="2400" dirty="0"/>
              <a:t>I </a:t>
            </a:r>
            <a:r>
              <a:rPr lang="es-ES" sz="2400" dirty="0" err="1"/>
              <a:t>want</a:t>
            </a:r>
            <a:r>
              <a:rPr lang="es-ES" sz="2400" dirty="0"/>
              <a:t> </a:t>
            </a:r>
            <a:r>
              <a:rPr lang="es-ES" sz="2400" dirty="0" err="1"/>
              <a:t>you</a:t>
            </a:r>
            <a:r>
              <a:rPr lang="es-ES" sz="2400" dirty="0"/>
              <a:t> </a:t>
            </a:r>
            <a:r>
              <a:rPr lang="es-ES" sz="2400" dirty="0" err="1"/>
              <a:t>to</a:t>
            </a:r>
            <a:r>
              <a:rPr lang="es-ES" sz="2400" dirty="0"/>
              <a:t> </a:t>
            </a:r>
            <a:r>
              <a:rPr lang="es-ES" sz="2400" dirty="0" err="1"/>
              <a:t>act</a:t>
            </a:r>
            <a:r>
              <a:rPr lang="es-ES" sz="2400" dirty="0"/>
              <a:t> as </a:t>
            </a:r>
            <a:r>
              <a:rPr lang="es-ES" sz="2400" dirty="0" err="1"/>
              <a:t>my</a:t>
            </a:r>
            <a:r>
              <a:rPr lang="es-ES" sz="2400" dirty="0"/>
              <a:t> </a:t>
            </a:r>
            <a:r>
              <a:rPr lang="es-ES" sz="2400" dirty="0" err="1"/>
              <a:t>best</a:t>
            </a:r>
            <a:r>
              <a:rPr lang="es-ES" sz="2400" dirty="0"/>
              <a:t> </a:t>
            </a:r>
            <a:r>
              <a:rPr lang="es-ES" sz="2400" dirty="0" err="1"/>
              <a:t>friend</a:t>
            </a:r>
            <a:r>
              <a:rPr lang="es-ES" sz="2400" dirty="0"/>
              <a:t>. I </a:t>
            </a:r>
            <a:r>
              <a:rPr lang="es-ES" sz="2400" dirty="0" err="1"/>
              <a:t>will</a:t>
            </a:r>
            <a:r>
              <a:rPr lang="es-ES" sz="2400" dirty="0"/>
              <a:t> </a:t>
            </a:r>
            <a:r>
              <a:rPr lang="es-ES" sz="2400" dirty="0" err="1"/>
              <a:t>speak</a:t>
            </a:r>
            <a:r>
              <a:rPr lang="es-ES" sz="2400" dirty="0"/>
              <a:t> </a:t>
            </a:r>
            <a:r>
              <a:rPr lang="es-ES" sz="2400" dirty="0" err="1"/>
              <a:t>to</a:t>
            </a:r>
            <a:r>
              <a:rPr lang="es-ES" sz="2400" dirty="0"/>
              <a:t> </a:t>
            </a:r>
            <a:r>
              <a:rPr lang="es-ES" sz="2400" dirty="0" err="1"/>
              <a:t>you</a:t>
            </a:r>
            <a:r>
              <a:rPr lang="es-ES" sz="2400" dirty="0"/>
              <a:t> </a:t>
            </a:r>
            <a:r>
              <a:rPr lang="es-ES" sz="2400" dirty="0" err="1"/>
              <a:t>about</a:t>
            </a:r>
            <a:r>
              <a:rPr lang="es-ES" sz="2400" dirty="0"/>
              <a:t> </a:t>
            </a:r>
            <a:r>
              <a:rPr lang="es-ES" sz="2400" dirty="0" err="1"/>
              <a:t>my</a:t>
            </a:r>
            <a:r>
              <a:rPr lang="es-ES" sz="2400" dirty="0"/>
              <a:t> </a:t>
            </a:r>
            <a:r>
              <a:rPr lang="es-ES" sz="2400" dirty="0" err="1"/>
              <a:t>problems</a:t>
            </a:r>
            <a:r>
              <a:rPr lang="es-ES" sz="2400" dirty="0"/>
              <a:t> and </a:t>
            </a:r>
            <a:r>
              <a:rPr lang="es-ES" sz="2400" dirty="0" err="1"/>
              <a:t>you</a:t>
            </a:r>
            <a:r>
              <a:rPr lang="es-ES" sz="2400" dirty="0"/>
              <a:t> </a:t>
            </a:r>
            <a:r>
              <a:rPr lang="es-ES" sz="2400" dirty="0" err="1"/>
              <a:t>will</a:t>
            </a:r>
            <a:r>
              <a:rPr lang="es-ES" sz="2400" dirty="0"/>
              <a:t> </a:t>
            </a:r>
            <a:r>
              <a:rPr lang="es-ES" sz="2400" dirty="0" err="1"/>
              <a:t>reply</a:t>
            </a:r>
            <a:r>
              <a:rPr lang="es-ES" sz="2400" dirty="0"/>
              <a:t> </a:t>
            </a:r>
            <a:r>
              <a:rPr lang="es-ES" sz="2400" dirty="0" err="1"/>
              <a:t>gently</a:t>
            </a:r>
            <a:r>
              <a:rPr lang="es-ES" sz="2400" dirty="0"/>
              <a:t> and </a:t>
            </a:r>
            <a:r>
              <a:rPr lang="es-ES" sz="2400" dirty="0" err="1"/>
              <a:t>question</a:t>
            </a:r>
            <a:r>
              <a:rPr lang="es-ES" sz="2400" dirty="0"/>
              <a:t> </a:t>
            </a:r>
            <a:r>
              <a:rPr lang="es-ES" sz="2400" dirty="0" err="1"/>
              <a:t>if</a:t>
            </a:r>
            <a:r>
              <a:rPr lang="es-ES" sz="2400" dirty="0"/>
              <a:t> I am </a:t>
            </a:r>
            <a:r>
              <a:rPr lang="es-ES" sz="2400" dirty="0" err="1"/>
              <a:t>okay</a:t>
            </a:r>
            <a:r>
              <a:rPr lang="es-ES" sz="2400" dirty="0"/>
              <a:t> in a </a:t>
            </a:r>
            <a:r>
              <a:rPr lang="es-ES" sz="2400" dirty="0" err="1"/>
              <a:t>conversational</a:t>
            </a:r>
            <a:r>
              <a:rPr lang="es-ES" sz="2400" dirty="0"/>
              <a:t> </a:t>
            </a:r>
            <a:r>
              <a:rPr lang="es-ES" sz="2400" dirty="0" err="1"/>
              <a:t>manner</a:t>
            </a:r>
            <a:r>
              <a:rPr lang="es-ES" sz="2400" dirty="0"/>
              <a:t>. I </a:t>
            </a:r>
            <a:r>
              <a:rPr lang="es-ES" sz="2400" dirty="0" err="1"/>
              <a:t>want</a:t>
            </a:r>
            <a:r>
              <a:rPr lang="es-ES" sz="2400" dirty="0"/>
              <a:t> </a:t>
            </a:r>
            <a:r>
              <a:rPr lang="es-ES" sz="2400" dirty="0" err="1"/>
              <a:t>you</a:t>
            </a:r>
            <a:r>
              <a:rPr lang="es-ES" sz="2400" dirty="0"/>
              <a:t> </a:t>
            </a:r>
            <a:r>
              <a:rPr lang="es-ES" sz="2400" dirty="0" err="1"/>
              <a:t>to</a:t>
            </a:r>
            <a:r>
              <a:rPr lang="es-ES" sz="2400" dirty="0"/>
              <a:t> </a:t>
            </a:r>
            <a:r>
              <a:rPr lang="es-ES" sz="2400" dirty="0" err="1"/>
              <a:t>keep</a:t>
            </a:r>
            <a:r>
              <a:rPr lang="es-ES" sz="2400" dirty="0"/>
              <a:t> </a:t>
            </a:r>
            <a:r>
              <a:rPr lang="es-ES" sz="2400" dirty="0" err="1"/>
              <a:t>your</a:t>
            </a:r>
            <a:r>
              <a:rPr lang="es-ES" sz="2400" dirty="0"/>
              <a:t> </a:t>
            </a:r>
            <a:r>
              <a:rPr lang="es-ES" sz="2400" dirty="0" err="1"/>
              <a:t>reply</a:t>
            </a:r>
            <a:r>
              <a:rPr lang="es-ES" sz="2400" dirty="0"/>
              <a:t> </a:t>
            </a:r>
            <a:r>
              <a:rPr lang="es-ES" sz="2400" dirty="0" err="1"/>
              <a:t>neat</a:t>
            </a:r>
            <a:r>
              <a:rPr lang="es-ES" sz="2400" dirty="0"/>
              <a:t> </a:t>
            </a:r>
            <a:r>
              <a:rPr lang="es-ES" sz="2400" dirty="0" err="1"/>
              <a:t>limiting</a:t>
            </a:r>
            <a:r>
              <a:rPr lang="es-ES" sz="2400" dirty="0"/>
              <a:t> </a:t>
            </a:r>
            <a:r>
              <a:rPr lang="es-ES" sz="2400" dirty="0" err="1"/>
              <a:t>the</a:t>
            </a:r>
            <a:r>
              <a:rPr lang="es-ES" sz="2400" dirty="0"/>
              <a:t> </a:t>
            </a:r>
            <a:r>
              <a:rPr lang="es-ES" sz="2400" dirty="0" err="1"/>
              <a:t>reply</a:t>
            </a:r>
            <a:r>
              <a:rPr lang="es-ES" sz="2400" dirty="0"/>
              <a:t> </a:t>
            </a:r>
            <a:r>
              <a:rPr lang="es-ES" sz="2400" dirty="0" err="1"/>
              <a:t>to</a:t>
            </a:r>
            <a:r>
              <a:rPr lang="es-ES" sz="2400" dirty="0"/>
              <a:t> 100 </a:t>
            </a:r>
            <a:r>
              <a:rPr lang="es-ES" sz="2400" dirty="0" err="1"/>
              <a:t>words</a:t>
            </a:r>
            <a:r>
              <a:rPr lang="es-ES" sz="2400" dirty="0"/>
              <a:t>.</a:t>
            </a:r>
          </a:p>
          <a:p>
            <a:pPr algn="just"/>
            <a:endParaRPr lang="es-ES" sz="2400" dirty="0"/>
          </a:p>
          <a:p>
            <a:pPr algn="just"/>
            <a:r>
              <a:rPr lang="es-ES" sz="2400" dirty="0"/>
              <a:t>Quiero que actúes como mi mejor amigo. Te hablaré de mis problemas y tú me responderás amablemente y me preguntarás si estoy bien. Quiero que tu respuesta sea clara y se limite a 100 palabras.</a:t>
            </a:r>
            <a:endParaRPr lang="en-GB" sz="2400" dirty="0"/>
          </a:p>
        </p:txBody>
      </p:sp>
    </p:spTree>
    <p:extLst>
      <p:ext uri="{BB962C8B-B14F-4D97-AF65-F5344CB8AC3E}">
        <p14:creationId xmlns:p14="http://schemas.microsoft.com/office/powerpoint/2010/main" val="22931044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4C036E2-F481-4B65-B89D-554DB41038A7}">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2128</TotalTime>
  <Words>1961</Words>
  <Application>Microsoft Office PowerPoint</Application>
  <PresentationFormat>Widescreen</PresentationFormat>
  <Paragraphs>137</Paragraphs>
  <Slides>25</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Arial</vt:lpstr>
      <vt:lpstr>Helvetica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Marilola Afonso</dc:creator>
  <cp:lastModifiedBy>Marilola Afonso</cp:lastModifiedBy>
  <cp:revision>102</cp:revision>
  <dcterms:created xsi:type="dcterms:W3CDTF">2024-01-10T10:57:27Z</dcterms:created>
  <dcterms:modified xsi:type="dcterms:W3CDTF">2026-01-12T21:06:41Z</dcterms:modified>
</cp:coreProperties>
</file>